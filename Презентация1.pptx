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7" r:id="rId4"/>
    <p:sldId id="260" r:id="rId5"/>
    <p:sldId id="259" r:id="rId6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27" autoAdjust="0"/>
    <p:restoredTop sz="94660"/>
  </p:normalViewPr>
  <p:slideViewPr>
    <p:cSldViewPr snapToGrid="0">
      <p:cViewPr>
        <p:scale>
          <a:sx n="50" d="100"/>
          <a:sy n="50" d="100"/>
        </p:scale>
        <p:origin x="1858" y="7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517D8DE-0D3C-4D08-B8D8-D9D71AA89DD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FAF39781-B295-41C1-9FD5-F44733F02D8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10D6CD2-E667-4FCB-86CC-99714D0F90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0AEECA-4AF6-4721-B38E-BF21DECEE490}" type="datetimeFigureOut">
              <a:rPr lang="ru-RU" smtClean="0"/>
              <a:t>16.11.2025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248375E-957E-429B-8117-958548E305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A0F14AB-2376-4C22-9C9D-2C27C84DAF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77E53E-3EDC-42B4-BF97-B4B3164642E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936764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997A00A-E693-49F1-962E-78E62FF9D8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7BD090F-3BD5-48DD-9358-F8FCAD94D7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CEDFE06-B20B-48F9-9D74-36213D4376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0AEECA-4AF6-4721-B38E-BF21DECEE490}" type="datetimeFigureOut">
              <a:rPr lang="ru-RU" smtClean="0"/>
              <a:t>16.11.2025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0F65B3D-ECA7-4D13-93D8-5B0AB34C20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2C1F7FF-FE67-46FB-A9D1-687E103910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77E53E-3EDC-42B4-BF97-B4B3164642E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814522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FCF6F9E-69E5-4611-9266-DFFCDABD3A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56E94210-F306-484B-8953-0DF8203278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A46D28E-D565-4B16-9D22-C81CE3C4C4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0AEECA-4AF6-4721-B38E-BF21DECEE490}" type="datetimeFigureOut">
              <a:rPr lang="ru-RU" smtClean="0"/>
              <a:t>16.11.2025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4EB721D-81D5-49AA-8078-DD5AB2F0C9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C932F5F-E7CE-4FBB-AAF6-74609C5DC8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77E53E-3EDC-42B4-BF97-B4B3164642E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169369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778CCE5-8B6E-445A-8272-B1B96ADDA6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351981A-89B5-4DA3-8599-69A9099F761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FC23E66D-F6BE-4F88-B568-32EC0F16BF9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7DAA7BB0-AFE0-42E1-8F6A-D5EC9EE87A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0AEECA-4AF6-4721-B38E-BF21DECEE490}" type="datetimeFigureOut">
              <a:rPr lang="ru-RU" smtClean="0"/>
              <a:t>16.11.2025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FD1B29D3-BC9D-49BA-BA2D-C583BC5B85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EAA99897-4138-48A5-92FC-F849B5CEC1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77E53E-3EDC-42B4-BF97-B4B3164642E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808706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C48ECC7-F400-417A-98DD-B81B0F6761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EE93CAA0-A575-4038-9F57-184F1A8C3E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77BC81FF-D008-4EC6-8CA9-3267FCC1F72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42B2DD28-3D44-4D7E-9978-1071E135C0F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A356BCA2-CF63-4EE2-A5A3-C702708521E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D3C340E4-E4FD-44E9-AAC2-4BFD50A637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0AEECA-4AF6-4721-B38E-BF21DECEE490}" type="datetimeFigureOut">
              <a:rPr lang="ru-RU" smtClean="0"/>
              <a:t>16.11.2025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089164A4-5FC4-4BAF-AE61-5C57D74A8F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D44D2351-AE16-47D2-8D38-BB89B76462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77E53E-3EDC-42B4-BF97-B4B3164642E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919786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77F931E-D77F-40BE-B654-AEAB4F65F5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8CE0662B-D7B8-473D-806C-33A3E22743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0AEECA-4AF6-4721-B38E-BF21DECEE490}" type="datetimeFigureOut">
              <a:rPr lang="ru-RU" smtClean="0"/>
              <a:t>16.11.2025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A6DEC59C-08A7-44E0-84C4-73859351B8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3CB73D83-19FA-4227-8EC9-337DD5B48D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77E53E-3EDC-42B4-BF97-B4B3164642E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584673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9D5F498A-0085-47C0-B993-F4F492059F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0AEECA-4AF6-4721-B38E-BF21DECEE490}" type="datetimeFigureOut">
              <a:rPr lang="ru-RU" smtClean="0"/>
              <a:t>16.11.2025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E2FCCB67-3104-4DCC-8320-37D7B41C3B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DAA2D68C-D327-4613-8893-F0AC8A6C5F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77E53E-3EDC-42B4-BF97-B4B3164642E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509619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CFB7D16-E95E-46B0-9F51-37918F7416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5DCE9EA-A528-4BB7-A8E1-6019A242D3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D4E2F642-F4E1-4635-BDA6-36E0D7A96CE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312899B7-3775-43D8-9345-6561E5AB3E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0AEECA-4AF6-4721-B38E-BF21DECEE490}" type="datetimeFigureOut">
              <a:rPr lang="ru-RU" smtClean="0"/>
              <a:t>16.11.2025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0597CA3C-D5B6-4661-89E6-2C82DA42F8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096C1724-0685-4425-803A-29E58AF682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77E53E-3EDC-42B4-BF97-B4B3164642E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991717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3FF0687-CDD8-4CA3-B74F-F0F501ACAA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82F06716-BE48-4B12-8935-3CDD05A6A00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834729BE-6B6A-418D-AA60-74DD3400F03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B2C7213F-B395-47BB-B471-F6552CCC7A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0AEECA-4AF6-4721-B38E-BF21DECEE490}" type="datetimeFigureOut">
              <a:rPr lang="ru-RU" smtClean="0"/>
              <a:t>16.11.2025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D39CD7C3-18BE-488E-BAB4-BAB5F21DF1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E86EB7EA-5546-4186-84CF-9AB7E16336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77E53E-3EDC-42B4-BF97-B4B3164642E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870578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567CC17-8139-4446-BA47-9316DEC9CB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F59A332B-774F-4111-9BAE-E8A44B39F78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0752294-B67C-4239-940C-E0F5D304FE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0AEECA-4AF6-4721-B38E-BF21DECEE490}" type="datetimeFigureOut">
              <a:rPr lang="ru-RU" smtClean="0"/>
              <a:t>16.11.2025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C483D1D-DC7D-4E8C-9F9B-E7AF13B1D2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09A326E-B57B-413E-B508-3BEC84E8DF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77E53E-3EDC-42B4-BF97-B4B3164642E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437796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277C214B-5E49-42EA-ADE2-B72FCE78526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F1072427-699E-45AB-BA0D-0743A58767B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6FAE334-A7AA-46DF-84E6-F86DF0CB28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0AEECA-4AF6-4721-B38E-BF21DECEE490}" type="datetimeFigureOut">
              <a:rPr lang="ru-RU" smtClean="0"/>
              <a:t>16.11.2025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2DCFC31-AFCA-4BA3-9352-63470C5AAE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61F45E4-8084-4925-A362-5D65659AB7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77E53E-3EDC-42B4-BF97-B4B3164642E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893175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87A0966-AEC0-4EF3-A17F-6DC3BD2AF4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95F14216-EA08-4D7A-AD80-52E1FD5DCC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470FC65-6760-4CAE-9DC4-0CD950DC4F7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F0AEECA-4AF6-4721-B38E-BF21DECEE490}" type="datetimeFigureOut">
              <a:rPr lang="ru-RU" smtClean="0"/>
              <a:t>16.11.2025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7D0EA58-59D2-440F-A503-DB2A1488242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E1C38C1-0D3C-44FC-8154-06870B8F1E6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F77E53E-3EDC-42B4-BF97-B4B3164642E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060979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microsoft.com/office/2007/relationships/hdphoto" Target="../media/hdphoto4.wdp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Полилиния: фигура 19">
            <a:extLst>
              <a:ext uri="{FF2B5EF4-FFF2-40B4-BE49-F238E27FC236}">
                <a16:creationId xmlns:a16="http://schemas.microsoft.com/office/drawing/2014/main" id="{A6DD40D2-F14B-4679-A657-AD9CB8B137CB}"/>
              </a:ext>
            </a:extLst>
          </p:cNvPr>
          <p:cNvSpPr/>
          <p:nvPr/>
        </p:nvSpPr>
        <p:spPr>
          <a:xfrm>
            <a:off x="-351876" y="-960120"/>
            <a:ext cx="15241356" cy="6477000"/>
          </a:xfrm>
          <a:custGeom>
            <a:avLst/>
            <a:gdLst>
              <a:gd name="connsiteX0" fmla="*/ 108036 w 13998176"/>
              <a:gd name="connsiteY0" fmla="*/ 762000 h 5410200"/>
              <a:gd name="connsiteX1" fmla="*/ 245196 w 13998176"/>
              <a:gd name="connsiteY1" fmla="*/ 838200 h 5410200"/>
              <a:gd name="connsiteX2" fmla="*/ 428076 w 13998176"/>
              <a:gd name="connsiteY2" fmla="*/ 944880 h 5410200"/>
              <a:gd name="connsiteX3" fmla="*/ 534756 w 13998176"/>
              <a:gd name="connsiteY3" fmla="*/ 1021080 h 5410200"/>
              <a:gd name="connsiteX4" fmla="*/ 565236 w 13998176"/>
              <a:gd name="connsiteY4" fmla="*/ 1082040 h 5410200"/>
              <a:gd name="connsiteX5" fmla="*/ 687156 w 13998176"/>
              <a:gd name="connsiteY5" fmla="*/ 1188720 h 5410200"/>
              <a:gd name="connsiteX6" fmla="*/ 778596 w 13998176"/>
              <a:gd name="connsiteY6" fmla="*/ 1310640 h 5410200"/>
              <a:gd name="connsiteX7" fmla="*/ 870036 w 13998176"/>
              <a:gd name="connsiteY7" fmla="*/ 1371600 h 5410200"/>
              <a:gd name="connsiteX8" fmla="*/ 961476 w 13998176"/>
              <a:gd name="connsiteY8" fmla="*/ 1493520 h 5410200"/>
              <a:gd name="connsiteX9" fmla="*/ 1052916 w 13998176"/>
              <a:gd name="connsiteY9" fmla="*/ 1615440 h 5410200"/>
              <a:gd name="connsiteX10" fmla="*/ 1129116 w 13998176"/>
              <a:gd name="connsiteY10" fmla="*/ 1706880 h 5410200"/>
              <a:gd name="connsiteX11" fmla="*/ 1205316 w 13998176"/>
              <a:gd name="connsiteY11" fmla="*/ 1737360 h 5410200"/>
              <a:gd name="connsiteX12" fmla="*/ 1327236 w 13998176"/>
              <a:gd name="connsiteY12" fmla="*/ 1798320 h 5410200"/>
              <a:gd name="connsiteX13" fmla="*/ 1677756 w 13998176"/>
              <a:gd name="connsiteY13" fmla="*/ 1859280 h 5410200"/>
              <a:gd name="connsiteX14" fmla="*/ 2150196 w 13998176"/>
              <a:gd name="connsiteY14" fmla="*/ 1905000 h 5410200"/>
              <a:gd name="connsiteX15" fmla="*/ 2896956 w 13998176"/>
              <a:gd name="connsiteY15" fmla="*/ 2011680 h 5410200"/>
              <a:gd name="connsiteX16" fmla="*/ 3186516 w 13998176"/>
              <a:gd name="connsiteY16" fmla="*/ 2057400 h 5410200"/>
              <a:gd name="connsiteX17" fmla="*/ 3796116 w 13998176"/>
              <a:gd name="connsiteY17" fmla="*/ 2225040 h 5410200"/>
              <a:gd name="connsiteX18" fmla="*/ 3978996 w 13998176"/>
              <a:gd name="connsiteY18" fmla="*/ 2316480 h 5410200"/>
              <a:gd name="connsiteX19" fmla="*/ 4131396 w 13998176"/>
              <a:gd name="connsiteY19" fmla="*/ 2423160 h 5410200"/>
              <a:gd name="connsiteX20" fmla="*/ 4405716 w 13998176"/>
              <a:gd name="connsiteY20" fmla="*/ 2667000 h 5410200"/>
              <a:gd name="connsiteX21" fmla="*/ 4558116 w 13998176"/>
              <a:gd name="connsiteY21" fmla="*/ 2834640 h 5410200"/>
              <a:gd name="connsiteX22" fmla="*/ 4649556 w 13998176"/>
              <a:gd name="connsiteY22" fmla="*/ 3002280 h 5410200"/>
              <a:gd name="connsiteX23" fmla="*/ 4710516 w 13998176"/>
              <a:gd name="connsiteY23" fmla="*/ 3383280 h 5410200"/>
              <a:gd name="connsiteX24" fmla="*/ 4771476 w 13998176"/>
              <a:gd name="connsiteY24" fmla="*/ 4358640 h 5410200"/>
              <a:gd name="connsiteX25" fmla="*/ 4832436 w 13998176"/>
              <a:gd name="connsiteY25" fmla="*/ 4480560 h 5410200"/>
              <a:gd name="connsiteX26" fmla="*/ 5091516 w 13998176"/>
              <a:gd name="connsiteY26" fmla="*/ 4785360 h 5410200"/>
              <a:gd name="connsiteX27" fmla="*/ 5259156 w 13998176"/>
              <a:gd name="connsiteY27" fmla="*/ 4861560 h 5410200"/>
              <a:gd name="connsiteX28" fmla="*/ 5746836 w 13998176"/>
              <a:gd name="connsiteY28" fmla="*/ 4983480 h 5410200"/>
              <a:gd name="connsiteX29" fmla="*/ 7026996 w 13998176"/>
              <a:gd name="connsiteY29" fmla="*/ 4876800 h 5410200"/>
              <a:gd name="connsiteX30" fmla="*/ 7636596 w 13998176"/>
              <a:gd name="connsiteY30" fmla="*/ 4648200 h 5410200"/>
              <a:gd name="connsiteX31" fmla="*/ 8337636 w 13998176"/>
              <a:gd name="connsiteY31" fmla="*/ 4404360 h 5410200"/>
              <a:gd name="connsiteX32" fmla="*/ 8672916 w 13998176"/>
              <a:gd name="connsiteY32" fmla="*/ 4373880 h 5410200"/>
              <a:gd name="connsiteX33" fmla="*/ 9541596 w 13998176"/>
              <a:gd name="connsiteY33" fmla="*/ 4511040 h 5410200"/>
              <a:gd name="connsiteX34" fmla="*/ 9968316 w 13998176"/>
              <a:gd name="connsiteY34" fmla="*/ 4709160 h 5410200"/>
              <a:gd name="connsiteX35" fmla="*/ 10486476 w 13998176"/>
              <a:gd name="connsiteY35" fmla="*/ 5013960 h 5410200"/>
              <a:gd name="connsiteX36" fmla="*/ 10821756 w 13998176"/>
              <a:gd name="connsiteY36" fmla="*/ 5242560 h 5410200"/>
              <a:gd name="connsiteX37" fmla="*/ 10974156 w 13998176"/>
              <a:gd name="connsiteY37" fmla="*/ 5349240 h 5410200"/>
              <a:gd name="connsiteX38" fmla="*/ 11431356 w 13998176"/>
              <a:gd name="connsiteY38" fmla="*/ 5410200 h 5410200"/>
              <a:gd name="connsiteX39" fmla="*/ 11766636 w 13998176"/>
              <a:gd name="connsiteY39" fmla="*/ 5303520 h 5410200"/>
              <a:gd name="connsiteX40" fmla="*/ 11934276 w 13998176"/>
              <a:gd name="connsiteY40" fmla="*/ 5105400 h 5410200"/>
              <a:gd name="connsiteX41" fmla="*/ 12421956 w 13998176"/>
              <a:gd name="connsiteY41" fmla="*/ 4495800 h 5410200"/>
              <a:gd name="connsiteX42" fmla="*/ 12726756 w 13998176"/>
              <a:gd name="connsiteY42" fmla="*/ 4297680 h 5410200"/>
              <a:gd name="connsiteX43" fmla="*/ 12848676 w 13998176"/>
              <a:gd name="connsiteY43" fmla="*/ 4267200 h 5410200"/>
              <a:gd name="connsiteX44" fmla="*/ 13016316 w 13998176"/>
              <a:gd name="connsiteY44" fmla="*/ 4236720 h 5410200"/>
              <a:gd name="connsiteX45" fmla="*/ 13229676 w 13998176"/>
              <a:gd name="connsiteY45" fmla="*/ 4175760 h 5410200"/>
              <a:gd name="connsiteX46" fmla="*/ 13473516 w 13998176"/>
              <a:gd name="connsiteY46" fmla="*/ 4145280 h 5410200"/>
              <a:gd name="connsiteX47" fmla="*/ 13686876 w 13998176"/>
              <a:gd name="connsiteY47" fmla="*/ 4114800 h 5410200"/>
              <a:gd name="connsiteX48" fmla="*/ 13854516 w 13998176"/>
              <a:gd name="connsiteY48" fmla="*/ 4023360 h 5410200"/>
              <a:gd name="connsiteX49" fmla="*/ 13976436 w 13998176"/>
              <a:gd name="connsiteY49" fmla="*/ 3520440 h 5410200"/>
              <a:gd name="connsiteX50" fmla="*/ 13976436 w 13998176"/>
              <a:gd name="connsiteY50" fmla="*/ 2011680 h 5410200"/>
              <a:gd name="connsiteX51" fmla="*/ 13930716 w 13998176"/>
              <a:gd name="connsiteY51" fmla="*/ 1188720 h 5410200"/>
              <a:gd name="connsiteX52" fmla="*/ 13854516 w 13998176"/>
              <a:gd name="connsiteY52" fmla="*/ 838200 h 5410200"/>
              <a:gd name="connsiteX53" fmla="*/ 13625916 w 13998176"/>
              <a:gd name="connsiteY53" fmla="*/ 381000 h 5410200"/>
              <a:gd name="connsiteX54" fmla="*/ 13458276 w 13998176"/>
              <a:gd name="connsiteY54" fmla="*/ 289560 h 5410200"/>
              <a:gd name="connsiteX55" fmla="*/ 13138236 w 13998176"/>
              <a:gd name="connsiteY55" fmla="*/ 213360 h 5410200"/>
              <a:gd name="connsiteX56" fmla="*/ 11995236 w 13998176"/>
              <a:gd name="connsiteY56" fmla="*/ 91440 h 5410200"/>
              <a:gd name="connsiteX57" fmla="*/ 11080836 w 13998176"/>
              <a:gd name="connsiteY57" fmla="*/ 76200 h 5410200"/>
              <a:gd name="connsiteX58" fmla="*/ 8337636 w 13998176"/>
              <a:gd name="connsiteY58" fmla="*/ 30480 h 5410200"/>
              <a:gd name="connsiteX59" fmla="*/ 7225116 w 13998176"/>
              <a:gd name="connsiteY59" fmla="*/ 76200 h 5410200"/>
              <a:gd name="connsiteX60" fmla="*/ 4786716 w 13998176"/>
              <a:gd name="connsiteY60" fmla="*/ 30480 h 5410200"/>
              <a:gd name="connsiteX61" fmla="*/ 2927436 w 13998176"/>
              <a:gd name="connsiteY61" fmla="*/ 0 h 5410200"/>
              <a:gd name="connsiteX62" fmla="*/ 1769196 w 13998176"/>
              <a:gd name="connsiteY62" fmla="*/ 60960 h 5410200"/>
              <a:gd name="connsiteX63" fmla="*/ 900516 w 13998176"/>
              <a:gd name="connsiteY63" fmla="*/ 198120 h 5410200"/>
              <a:gd name="connsiteX64" fmla="*/ 626196 w 13998176"/>
              <a:gd name="connsiteY64" fmla="*/ 289560 h 5410200"/>
              <a:gd name="connsiteX65" fmla="*/ 397596 w 13998176"/>
              <a:gd name="connsiteY65" fmla="*/ 335280 h 5410200"/>
              <a:gd name="connsiteX66" fmla="*/ 47076 w 13998176"/>
              <a:gd name="connsiteY66" fmla="*/ 487680 h 5410200"/>
              <a:gd name="connsiteX67" fmla="*/ 1356 w 13998176"/>
              <a:gd name="connsiteY67" fmla="*/ 594360 h 5410200"/>
              <a:gd name="connsiteX68" fmla="*/ 108036 w 13998176"/>
              <a:gd name="connsiteY68" fmla="*/ 701040 h 5410200"/>
              <a:gd name="connsiteX69" fmla="*/ 108036 w 13998176"/>
              <a:gd name="connsiteY69" fmla="*/ 762000 h 5410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</a:cxnLst>
            <a:rect l="l" t="t" r="r" b="b"/>
            <a:pathLst>
              <a:path w="13998176" h="5410200">
                <a:moveTo>
                  <a:pt x="108036" y="762000"/>
                </a:moveTo>
                <a:cubicBezTo>
                  <a:pt x="130896" y="784860"/>
                  <a:pt x="100217" y="751212"/>
                  <a:pt x="245196" y="838200"/>
                </a:cubicBezTo>
                <a:cubicBezTo>
                  <a:pt x="369616" y="912852"/>
                  <a:pt x="308050" y="851527"/>
                  <a:pt x="428076" y="944880"/>
                </a:cubicBezTo>
                <a:cubicBezTo>
                  <a:pt x="539288" y="1031378"/>
                  <a:pt x="402418" y="954911"/>
                  <a:pt x="534756" y="1021080"/>
                </a:cubicBezTo>
                <a:cubicBezTo>
                  <a:pt x="544916" y="1041400"/>
                  <a:pt x="551605" y="1063865"/>
                  <a:pt x="565236" y="1082040"/>
                </a:cubicBezTo>
                <a:cubicBezTo>
                  <a:pt x="599059" y="1127137"/>
                  <a:pt x="643067" y="1155654"/>
                  <a:pt x="687156" y="1188720"/>
                </a:cubicBezTo>
                <a:cubicBezTo>
                  <a:pt x="721059" y="1245225"/>
                  <a:pt x="728597" y="1271752"/>
                  <a:pt x="778596" y="1310640"/>
                </a:cubicBezTo>
                <a:cubicBezTo>
                  <a:pt x="807512" y="1333130"/>
                  <a:pt x="870036" y="1371600"/>
                  <a:pt x="870036" y="1371600"/>
                </a:cubicBezTo>
                <a:cubicBezTo>
                  <a:pt x="972656" y="1542634"/>
                  <a:pt x="861478" y="1371300"/>
                  <a:pt x="961476" y="1493520"/>
                </a:cubicBezTo>
                <a:cubicBezTo>
                  <a:pt x="993644" y="1532837"/>
                  <a:pt x="1021531" y="1575495"/>
                  <a:pt x="1052916" y="1615440"/>
                </a:cubicBezTo>
                <a:cubicBezTo>
                  <a:pt x="1077429" y="1646638"/>
                  <a:pt x="1092278" y="1692145"/>
                  <a:pt x="1129116" y="1706880"/>
                </a:cubicBezTo>
                <a:cubicBezTo>
                  <a:pt x="1154516" y="1717040"/>
                  <a:pt x="1180477" y="1725896"/>
                  <a:pt x="1205316" y="1737360"/>
                </a:cubicBezTo>
                <a:cubicBezTo>
                  <a:pt x="1246571" y="1756401"/>
                  <a:pt x="1283240" y="1786966"/>
                  <a:pt x="1327236" y="1798320"/>
                </a:cubicBezTo>
                <a:cubicBezTo>
                  <a:pt x="1442068" y="1827954"/>
                  <a:pt x="1560541" y="1841247"/>
                  <a:pt x="1677756" y="1859280"/>
                </a:cubicBezTo>
                <a:cubicBezTo>
                  <a:pt x="1966392" y="1903686"/>
                  <a:pt x="1809162" y="1886054"/>
                  <a:pt x="2150196" y="1905000"/>
                </a:cubicBezTo>
                <a:lnTo>
                  <a:pt x="2896956" y="2011680"/>
                </a:lnTo>
                <a:cubicBezTo>
                  <a:pt x="2993476" y="2026920"/>
                  <a:pt x="3091440" y="2034840"/>
                  <a:pt x="3186516" y="2057400"/>
                </a:cubicBezTo>
                <a:cubicBezTo>
                  <a:pt x="3391566" y="2106056"/>
                  <a:pt x="3607621" y="2130793"/>
                  <a:pt x="3796116" y="2225040"/>
                </a:cubicBezTo>
                <a:cubicBezTo>
                  <a:pt x="3857076" y="2255520"/>
                  <a:pt x="3920319" y="2281807"/>
                  <a:pt x="3978996" y="2316480"/>
                </a:cubicBezTo>
                <a:cubicBezTo>
                  <a:pt x="4032381" y="2348026"/>
                  <a:pt x="4081475" y="2386376"/>
                  <a:pt x="4131396" y="2423160"/>
                </a:cubicBezTo>
                <a:cubicBezTo>
                  <a:pt x="4268605" y="2524261"/>
                  <a:pt x="4284519" y="2539425"/>
                  <a:pt x="4405716" y="2667000"/>
                </a:cubicBezTo>
                <a:cubicBezTo>
                  <a:pt x="4457730" y="2721752"/>
                  <a:pt x="4513697" y="2773565"/>
                  <a:pt x="4558116" y="2834640"/>
                </a:cubicBezTo>
                <a:cubicBezTo>
                  <a:pt x="4595554" y="2886118"/>
                  <a:pt x="4619076" y="2946400"/>
                  <a:pt x="4649556" y="3002280"/>
                </a:cubicBezTo>
                <a:cubicBezTo>
                  <a:pt x="4685278" y="3163027"/>
                  <a:pt x="4696137" y="3191563"/>
                  <a:pt x="4710516" y="3383280"/>
                </a:cubicBezTo>
                <a:cubicBezTo>
                  <a:pt x="4734879" y="3708122"/>
                  <a:pt x="4735502" y="4034878"/>
                  <a:pt x="4771476" y="4358640"/>
                </a:cubicBezTo>
                <a:cubicBezTo>
                  <a:pt x="4776494" y="4403799"/>
                  <a:pt x="4810370" y="4440841"/>
                  <a:pt x="4832436" y="4480560"/>
                </a:cubicBezTo>
                <a:cubicBezTo>
                  <a:pt x="4913475" y="4626431"/>
                  <a:pt x="4942828" y="4683982"/>
                  <a:pt x="5091516" y="4785360"/>
                </a:cubicBezTo>
                <a:cubicBezTo>
                  <a:pt x="5142231" y="4819939"/>
                  <a:pt x="5201865" y="4839525"/>
                  <a:pt x="5259156" y="4861560"/>
                </a:cubicBezTo>
                <a:cubicBezTo>
                  <a:pt x="5494131" y="4951935"/>
                  <a:pt x="5492526" y="4938602"/>
                  <a:pt x="5746836" y="4983480"/>
                </a:cubicBezTo>
                <a:cubicBezTo>
                  <a:pt x="6371609" y="4962996"/>
                  <a:pt x="6537164" y="5013497"/>
                  <a:pt x="7026996" y="4876800"/>
                </a:cubicBezTo>
                <a:cubicBezTo>
                  <a:pt x="7264003" y="4810658"/>
                  <a:pt x="7405762" y="4732140"/>
                  <a:pt x="7636596" y="4648200"/>
                </a:cubicBezTo>
                <a:cubicBezTo>
                  <a:pt x="7869112" y="4563649"/>
                  <a:pt x="8091240" y="4426760"/>
                  <a:pt x="8337636" y="4404360"/>
                </a:cubicBezTo>
                <a:lnTo>
                  <a:pt x="8672916" y="4373880"/>
                </a:lnTo>
                <a:cubicBezTo>
                  <a:pt x="9026525" y="4400073"/>
                  <a:pt x="9193884" y="4391139"/>
                  <a:pt x="9541596" y="4511040"/>
                </a:cubicBezTo>
                <a:cubicBezTo>
                  <a:pt x="9689852" y="4562163"/>
                  <a:pt x="9829881" y="4635477"/>
                  <a:pt x="9968316" y="4709160"/>
                </a:cubicBezTo>
                <a:cubicBezTo>
                  <a:pt x="10145207" y="4803311"/>
                  <a:pt x="10332535" y="4885676"/>
                  <a:pt x="10486476" y="5013960"/>
                </a:cubicBezTo>
                <a:cubicBezTo>
                  <a:pt x="10846739" y="5314179"/>
                  <a:pt x="10502649" y="5051096"/>
                  <a:pt x="10821756" y="5242560"/>
                </a:cubicBezTo>
                <a:cubicBezTo>
                  <a:pt x="10874929" y="5274464"/>
                  <a:pt x="10916582" y="5326210"/>
                  <a:pt x="10974156" y="5349240"/>
                </a:cubicBezTo>
                <a:cubicBezTo>
                  <a:pt x="11095550" y="5397798"/>
                  <a:pt x="11304171" y="5401721"/>
                  <a:pt x="11431356" y="5410200"/>
                </a:cubicBezTo>
                <a:cubicBezTo>
                  <a:pt x="11543116" y="5374640"/>
                  <a:pt x="11666338" y="5364307"/>
                  <a:pt x="11766636" y="5303520"/>
                </a:cubicBezTo>
                <a:cubicBezTo>
                  <a:pt x="11840619" y="5258682"/>
                  <a:pt x="11882370" y="5174607"/>
                  <a:pt x="11934276" y="5105400"/>
                </a:cubicBezTo>
                <a:cubicBezTo>
                  <a:pt x="12124170" y="4852208"/>
                  <a:pt x="12191475" y="4664819"/>
                  <a:pt x="12421956" y="4495800"/>
                </a:cubicBezTo>
                <a:cubicBezTo>
                  <a:pt x="12519674" y="4424140"/>
                  <a:pt x="12609197" y="4327070"/>
                  <a:pt x="12726756" y="4297680"/>
                </a:cubicBezTo>
                <a:cubicBezTo>
                  <a:pt x="12767396" y="4287520"/>
                  <a:pt x="12807684" y="4275830"/>
                  <a:pt x="12848676" y="4267200"/>
                </a:cubicBezTo>
                <a:cubicBezTo>
                  <a:pt x="12904254" y="4255499"/>
                  <a:pt x="12961088" y="4249975"/>
                  <a:pt x="13016316" y="4236720"/>
                </a:cubicBezTo>
                <a:cubicBezTo>
                  <a:pt x="13088240" y="4219458"/>
                  <a:pt x="13157146" y="4190266"/>
                  <a:pt x="13229676" y="4175760"/>
                </a:cubicBezTo>
                <a:cubicBezTo>
                  <a:pt x="13309998" y="4159696"/>
                  <a:pt x="13392322" y="4156106"/>
                  <a:pt x="13473516" y="4145280"/>
                </a:cubicBezTo>
                <a:lnTo>
                  <a:pt x="13686876" y="4114800"/>
                </a:lnTo>
                <a:cubicBezTo>
                  <a:pt x="13742756" y="4084320"/>
                  <a:pt x="13809507" y="4068369"/>
                  <a:pt x="13854516" y="4023360"/>
                </a:cubicBezTo>
                <a:cubicBezTo>
                  <a:pt x="13987595" y="3890281"/>
                  <a:pt x="13961523" y="3684488"/>
                  <a:pt x="13976436" y="3520440"/>
                </a:cubicBezTo>
                <a:cubicBezTo>
                  <a:pt x="14004464" y="2875786"/>
                  <a:pt x="14006366" y="2984390"/>
                  <a:pt x="13976436" y="2011680"/>
                </a:cubicBezTo>
                <a:cubicBezTo>
                  <a:pt x="13967986" y="1737067"/>
                  <a:pt x="13959108" y="1461992"/>
                  <a:pt x="13930716" y="1188720"/>
                </a:cubicBezTo>
                <a:cubicBezTo>
                  <a:pt x="13918360" y="1069791"/>
                  <a:pt x="13885500" y="953685"/>
                  <a:pt x="13854516" y="838200"/>
                </a:cubicBezTo>
                <a:cubicBezTo>
                  <a:pt x="13806503" y="659242"/>
                  <a:pt x="13767526" y="508449"/>
                  <a:pt x="13625916" y="381000"/>
                </a:cubicBezTo>
                <a:cubicBezTo>
                  <a:pt x="13578604" y="338419"/>
                  <a:pt x="13516782" y="314634"/>
                  <a:pt x="13458276" y="289560"/>
                </a:cubicBezTo>
                <a:cubicBezTo>
                  <a:pt x="13367848" y="250805"/>
                  <a:pt x="13233435" y="228391"/>
                  <a:pt x="13138236" y="213360"/>
                </a:cubicBezTo>
                <a:cubicBezTo>
                  <a:pt x="12705350" y="145010"/>
                  <a:pt x="12475579" y="113678"/>
                  <a:pt x="11995236" y="91440"/>
                </a:cubicBezTo>
                <a:cubicBezTo>
                  <a:pt x="11690720" y="77342"/>
                  <a:pt x="11385609" y="82685"/>
                  <a:pt x="11080836" y="76200"/>
                </a:cubicBezTo>
                <a:cubicBezTo>
                  <a:pt x="8812783" y="27944"/>
                  <a:pt x="10906597" y="56429"/>
                  <a:pt x="8337636" y="30480"/>
                </a:cubicBezTo>
                <a:cubicBezTo>
                  <a:pt x="7966796" y="45720"/>
                  <a:pt x="7596242" y="71729"/>
                  <a:pt x="7225116" y="76200"/>
                </a:cubicBezTo>
                <a:lnTo>
                  <a:pt x="4786716" y="30480"/>
                </a:lnTo>
                <a:lnTo>
                  <a:pt x="2927436" y="0"/>
                </a:lnTo>
                <a:cubicBezTo>
                  <a:pt x="2509913" y="10706"/>
                  <a:pt x="2182974" y="8137"/>
                  <a:pt x="1769196" y="60960"/>
                </a:cubicBezTo>
                <a:cubicBezTo>
                  <a:pt x="1478409" y="98082"/>
                  <a:pt x="900516" y="198120"/>
                  <a:pt x="900516" y="198120"/>
                </a:cubicBezTo>
                <a:cubicBezTo>
                  <a:pt x="809076" y="228600"/>
                  <a:pt x="719186" y="264199"/>
                  <a:pt x="626196" y="289560"/>
                </a:cubicBezTo>
                <a:cubicBezTo>
                  <a:pt x="551225" y="310007"/>
                  <a:pt x="471965" y="312744"/>
                  <a:pt x="397596" y="335280"/>
                </a:cubicBezTo>
                <a:cubicBezTo>
                  <a:pt x="182961" y="400321"/>
                  <a:pt x="181051" y="407295"/>
                  <a:pt x="47076" y="487680"/>
                </a:cubicBezTo>
                <a:cubicBezTo>
                  <a:pt x="30013" y="513275"/>
                  <a:pt x="-7591" y="558574"/>
                  <a:pt x="1356" y="594360"/>
                </a:cubicBezTo>
                <a:cubicBezTo>
                  <a:pt x="16895" y="656515"/>
                  <a:pt x="72177" y="659205"/>
                  <a:pt x="108036" y="701040"/>
                </a:cubicBezTo>
                <a:cubicBezTo>
                  <a:pt x="122821" y="718289"/>
                  <a:pt x="85176" y="739140"/>
                  <a:pt x="108036" y="762000"/>
                </a:cubicBezTo>
                <a:close/>
              </a:path>
            </a:pathLst>
          </a:custGeom>
          <a:gradFill flip="none" rotWithShape="1">
            <a:gsLst>
              <a:gs pos="0">
                <a:schemeClr val="accent1">
                  <a:lumMod val="60000"/>
                  <a:lumOff val="40000"/>
                </a:schemeClr>
              </a:gs>
              <a:gs pos="50000">
                <a:schemeClr val="accent1">
                  <a:lumMod val="20000"/>
                  <a:lumOff val="80000"/>
                  <a:alpha val="42000"/>
                </a:schemeClr>
              </a:gs>
              <a:gs pos="100000">
                <a:schemeClr val="accent1">
                  <a:lumMod val="20000"/>
                  <a:lumOff val="80000"/>
                </a:scheme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4098" name="Picture 2" descr="Изображение пина-истории">
            <a:extLst>
              <a:ext uri="{FF2B5EF4-FFF2-40B4-BE49-F238E27FC236}">
                <a16:creationId xmlns:a16="http://schemas.microsoft.com/office/drawing/2014/main" id="{E58445B2-51D8-4C27-9BA5-4BF7695AB10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828799"/>
            <a:ext cx="3857625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C852B93E-3C78-402A-A365-CEBE66A3DA0D}"/>
              </a:ext>
            </a:extLst>
          </p:cNvPr>
          <p:cNvSpPr txBox="1"/>
          <p:nvPr/>
        </p:nvSpPr>
        <p:spPr>
          <a:xfrm>
            <a:off x="711879" y="766970"/>
            <a:ext cx="11055399" cy="2123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4400" b="1" dirty="0">
                <a:latin typeface="Arial Black" panose="020B0A04020102020204" pitchFamily="34" charset="0"/>
              </a:rPr>
              <a:t>Карта добрых дел - одностраничный сайт для НКО городов Росатома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BC1F793-3AA7-4482-92BF-56B5E3C8ABD7}"/>
              </a:ext>
            </a:extLst>
          </p:cNvPr>
          <p:cNvSpPr txBox="1"/>
          <p:nvPr/>
        </p:nvSpPr>
        <p:spPr>
          <a:xfrm>
            <a:off x="5440257" y="6275138"/>
            <a:ext cx="700157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400" dirty="0">
                <a:latin typeface="Bahnschrift Light" panose="020B0502040204020203" pitchFamily="34" charset="0"/>
              </a:rPr>
              <a:t>Команда: 11классник, </a:t>
            </a:r>
            <a:r>
              <a:rPr lang="ru-RU" sz="2400" dirty="0" err="1">
                <a:latin typeface="Bahnschrift Light" panose="020B0502040204020203" pitchFamily="34" charset="0"/>
              </a:rPr>
              <a:t>ира</a:t>
            </a:r>
            <a:r>
              <a:rPr lang="ru-RU" sz="2400" dirty="0">
                <a:latin typeface="Bahnschrift Light" panose="020B0502040204020203" pitchFamily="34" charset="0"/>
              </a:rPr>
              <a:t>, </a:t>
            </a:r>
            <a:r>
              <a:rPr lang="ru-RU" sz="2400" dirty="0" err="1">
                <a:latin typeface="Bahnschrift Light" panose="020B0502040204020203" pitchFamily="34" charset="0"/>
              </a:rPr>
              <a:t>милфа</a:t>
            </a:r>
            <a:r>
              <a:rPr lang="ru-RU" sz="2400" dirty="0">
                <a:latin typeface="Bahnschrift Light" panose="020B0502040204020203" pitchFamily="34" charset="0"/>
              </a:rPr>
              <a:t> и </a:t>
            </a:r>
            <a:r>
              <a:rPr lang="ru-RU" sz="2400" dirty="0" err="1">
                <a:latin typeface="Bahnschrift Light" panose="020B0502040204020203" pitchFamily="34" charset="0"/>
              </a:rPr>
              <a:t>данил</a:t>
            </a:r>
            <a:endParaRPr lang="ru-RU" sz="2400" dirty="0">
              <a:latin typeface="Bahnschrift Ligh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885645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Полилиния: фигура 13">
            <a:extLst>
              <a:ext uri="{FF2B5EF4-FFF2-40B4-BE49-F238E27FC236}">
                <a16:creationId xmlns:a16="http://schemas.microsoft.com/office/drawing/2014/main" id="{32FFD509-3BBF-4338-B860-CFCE6B276B65}"/>
              </a:ext>
            </a:extLst>
          </p:cNvPr>
          <p:cNvSpPr/>
          <p:nvPr/>
        </p:nvSpPr>
        <p:spPr>
          <a:xfrm>
            <a:off x="-351876" y="-960120"/>
            <a:ext cx="15241356" cy="6477000"/>
          </a:xfrm>
          <a:custGeom>
            <a:avLst/>
            <a:gdLst>
              <a:gd name="connsiteX0" fmla="*/ 108036 w 13998176"/>
              <a:gd name="connsiteY0" fmla="*/ 762000 h 5410200"/>
              <a:gd name="connsiteX1" fmla="*/ 245196 w 13998176"/>
              <a:gd name="connsiteY1" fmla="*/ 838200 h 5410200"/>
              <a:gd name="connsiteX2" fmla="*/ 428076 w 13998176"/>
              <a:gd name="connsiteY2" fmla="*/ 944880 h 5410200"/>
              <a:gd name="connsiteX3" fmla="*/ 534756 w 13998176"/>
              <a:gd name="connsiteY3" fmla="*/ 1021080 h 5410200"/>
              <a:gd name="connsiteX4" fmla="*/ 565236 w 13998176"/>
              <a:gd name="connsiteY4" fmla="*/ 1082040 h 5410200"/>
              <a:gd name="connsiteX5" fmla="*/ 687156 w 13998176"/>
              <a:gd name="connsiteY5" fmla="*/ 1188720 h 5410200"/>
              <a:gd name="connsiteX6" fmla="*/ 778596 w 13998176"/>
              <a:gd name="connsiteY6" fmla="*/ 1310640 h 5410200"/>
              <a:gd name="connsiteX7" fmla="*/ 870036 w 13998176"/>
              <a:gd name="connsiteY7" fmla="*/ 1371600 h 5410200"/>
              <a:gd name="connsiteX8" fmla="*/ 961476 w 13998176"/>
              <a:gd name="connsiteY8" fmla="*/ 1493520 h 5410200"/>
              <a:gd name="connsiteX9" fmla="*/ 1052916 w 13998176"/>
              <a:gd name="connsiteY9" fmla="*/ 1615440 h 5410200"/>
              <a:gd name="connsiteX10" fmla="*/ 1129116 w 13998176"/>
              <a:gd name="connsiteY10" fmla="*/ 1706880 h 5410200"/>
              <a:gd name="connsiteX11" fmla="*/ 1205316 w 13998176"/>
              <a:gd name="connsiteY11" fmla="*/ 1737360 h 5410200"/>
              <a:gd name="connsiteX12" fmla="*/ 1327236 w 13998176"/>
              <a:gd name="connsiteY12" fmla="*/ 1798320 h 5410200"/>
              <a:gd name="connsiteX13" fmla="*/ 1677756 w 13998176"/>
              <a:gd name="connsiteY13" fmla="*/ 1859280 h 5410200"/>
              <a:gd name="connsiteX14" fmla="*/ 2150196 w 13998176"/>
              <a:gd name="connsiteY14" fmla="*/ 1905000 h 5410200"/>
              <a:gd name="connsiteX15" fmla="*/ 2896956 w 13998176"/>
              <a:gd name="connsiteY15" fmla="*/ 2011680 h 5410200"/>
              <a:gd name="connsiteX16" fmla="*/ 3186516 w 13998176"/>
              <a:gd name="connsiteY16" fmla="*/ 2057400 h 5410200"/>
              <a:gd name="connsiteX17" fmla="*/ 3796116 w 13998176"/>
              <a:gd name="connsiteY17" fmla="*/ 2225040 h 5410200"/>
              <a:gd name="connsiteX18" fmla="*/ 3978996 w 13998176"/>
              <a:gd name="connsiteY18" fmla="*/ 2316480 h 5410200"/>
              <a:gd name="connsiteX19" fmla="*/ 4131396 w 13998176"/>
              <a:gd name="connsiteY19" fmla="*/ 2423160 h 5410200"/>
              <a:gd name="connsiteX20" fmla="*/ 4405716 w 13998176"/>
              <a:gd name="connsiteY20" fmla="*/ 2667000 h 5410200"/>
              <a:gd name="connsiteX21" fmla="*/ 4558116 w 13998176"/>
              <a:gd name="connsiteY21" fmla="*/ 2834640 h 5410200"/>
              <a:gd name="connsiteX22" fmla="*/ 4649556 w 13998176"/>
              <a:gd name="connsiteY22" fmla="*/ 3002280 h 5410200"/>
              <a:gd name="connsiteX23" fmla="*/ 4710516 w 13998176"/>
              <a:gd name="connsiteY23" fmla="*/ 3383280 h 5410200"/>
              <a:gd name="connsiteX24" fmla="*/ 4771476 w 13998176"/>
              <a:gd name="connsiteY24" fmla="*/ 4358640 h 5410200"/>
              <a:gd name="connsiteX25" fmla="*/ 4832436 w 13998176"/>
              <a:gd name="connsiteY25" fmla="*/ 4480560 h 5410200"/>
              <a:gd name="connsiteX26" fmla="*/ 5091516 w 13998176"/>
              <a:gd name="connsiteY26" fmla="*/ 4785360 h 5410200"/>
              <a:gd name="connsiteX27" fmla="*/ 5259156 w 13998176"/>
              <a:gd name="connsiteY27" fmla="*/ 4861560 h 5410200"/>
              <a:gd name="connsiteX28" fmla="*/ 5746836 w 13998176"/>
              <a:gd name="connsiteY28" fmla="*/ 4983480 h 5410200"/>
              <a:gd name="connsiteX29" fmla="*/ 7026996 w 13998176"/>
              <a:gd name="connsiteY29" fmla="*/ 4876800 h 5410200"/>
              <a:gd name="connsiteX30" fmla="*/ 7636596 w 13998176"/>
              <a:gd name="connsiteY30" fmla="*/ 4648200 h 5410200"/>
              <a:gd name="connsiteX31" fmla="*/ 8337636 w 13998176"/>
              <a:gd name="connsiteY31" fmla="*/ 4404360 h 5410200"/>
              <a:gd name="connsiteX32" fmla="*/ 8672916 w 13998176"/>
              <a:gd name="connsiteY32" fmla="*/ 4373880 h 5410200"/>
              <a:gd name="connsiteX33" fmla="*/ 9541596 w 13998176"/>
              <a:gd name="connsiteY33" fmla="*/ 4511040 h 5410200"/>
              <a:gd name="connsiteX34" fmla="*/ 9968316 w 13998176"/>
              <a:gd name="connsiteY34" fmla="*/ 4709160 h 5410200"/>
              <a:gd name="connsiteX35" fmla="*/ 10486476 w 13998176"/>
              <a:gd name="connsiteY35" fmla="*/ 5013960 h 5410200"/>
              <a:gd name="connsiteX36" fmla="*/ 10821756 w 13998176"/>
              <a:gd name="connsiteY36" fmla="*/ 5242560 h 5410200"/>
              <a:gd name="connsiteX37" fmla="*/ 10974156 w 13998176"/>
              <a:gd name="connsiteY37" fmla="*/ 5349240 h 5410200"/>
              <a:gd name="connsiteX38" fmla="*/ 11431356 w 13998176"/>
              <a:gd name="connsiteY38" fmla="*/ 5410200 h 5410200"/>
              <a:gd name="connsiteX39" fmla="*/ 11766636 w 13998176"/>
              <a:gd name="connsiteY39" fmla="*/ 5303520 h 5410200"/>
              <a:gd name="connsiteX40" fmla="*/ 11934276 w 13998176"/>
              <a:gd name="connsiteY40" fmla="*/ 5105400 h 5410200"/>
              <a:gd name="connsiteX41" fmla="*/ 12421956 w 13998176"/>
              <a:gd name="connsiteY41" fmla="*/ 4495800 h 5410200"/>
              <a:gd name="connsiteX42" fmla="*/ 12726756 w 13998176"/>
              <a:gd name="connsiteY42" fmla="*/ 4297680 h 5410200"/>
              <a:gd name="connsiteX43" fmla="*/ 12848676 w 13998176"/>
              <a:gd name="connsiteY43" fmla="*/ 4267200 h 5410200"/>
              <a:gd name="connsiteX44" fmla="*/ 13016316 w 13998176"/>
              <a:gd name="connsiteY44" fmla="*/ 4236720 h 5410200"/>
              <a:gd name="connsiteX45" fmla="*/ 13229676 w 13998176"/>
              <a:gd name="connsiteY45" fmla="*/ 4175760 h 5410200"/>
              <a:gd name="connsiteX46" fmla="*/ 13473516 w 13998176"/>
              <a:gd name="connsiteY46" fmla="*/ 4145280 h 5410200"/>
              <a:gd name="connsiteX47" fmla="*/ 13686876 w 13998176"/>
              <a:gd name="connsiteY47" fmla="*/ 4114800 h 5410200"/>
              <a:gd name="connsiteX48" fmla="*/ 13854516 w 13998176"/>
              <a:gd name="connsiteY48" fmla="*/ 4023360 h 5410200"/>
              <a:gd name="connsiteX49" fmla="*/ 13976436 w 13998176"/>
              <a:gd name="connsiteY49" fmla="*/ 3520440 h 5410200"/>
              <a:gd name="connsiteX50" fmla="*/ 13976436 w 13998176"/>
              <a:gd name="connsiteY50" fmla="*/ 2011680 h 5410200"/>
              <a:gd name="connsiteX51" fmla="*/ 13930716 w 13998176"/>
              <a:gd name="connsiteY51" fmla="*/ 1188720 h 5410200"/>
              <a:gd name="connsiteX52" fmla="*/ 13854516 w 13998176"/>
              <a:gd name="connsiteY52" fmla="*/ 838200 h 5410200"/>
              <a:gd name="connsiteX53" fmla="*/ 13625916 w 13998176"/>
              <a:gd name="connsiteY53" fmla="*/ 381000 h 5410200"/>
              <a:gd name="connsiteX54" fmla="*/ 13458276 w 13998176"/>
              <a:gd name="connsiteY54" fmla="*/ 289560 h 5410200"/>
              <a:gd name="connsiteX55" fmla="*/ 13138236 w 13998176"/>
              <a:gd name="connsiteY55" fmla="*/ 213360 h 5410200"/>
              <a:gd name="connsiteX56" fmla="*/ 11995236 w 13998176"/>
              <a:gd name="connsiteY56" fmla="*/ 91440 h 5410200"/>
              <a:gd name="connsiteX57" fmla="*/ 11080836 w 13998176"/>
              <a:gd name="connsiteY57" fmla="*/ 76200 h 5410200"/>
              <a:gd name="connsiteX58" fmla="*/ 8337636 w 13998176"/>
              <a:gd name="connsiteY58" fmla="*/ 30480 h 5410200"/>
              <a:gd name="connsiteX59" fmla="*/ 7225116 w 13998176"/>
              <a:gd name="connsiteY59" fmla="*/ 76200 h 5410200"/>
              <a:gd name="connsiteX60" fmla="*/ 4786716 w 13998176"/>
              <a:gd name="connsiteY60" fmla="*/ 30480 h 5410200"/>
              <a:gd name="connsiteX61" fmla="*/ 2927436 w 13998176"/>
              <a:gd name="connsiteY61" fmla="*/ 0 h 5410200"/>
              <a:gd name="connsiteX62" fmla="*/ 1769196 w 13998176"/>
              <a:gd name="connsiteY62" fmla="*/ 60960 h 5410200"/>
              <a:gd name="connsiteX63" fmla="*/ 900516 w 13998176"/>
              <a:gd name="connsiteY63" fmla="*/ 198120 h 5410200"/>
              <a:gd name="connsiteX64" fmla="*/ 626196 w 13998176"/>
              <a:gd name="connsiteY64" fmla="*/ 289560 h 5410200"/>
              <a:gd name="connsiteX65" fmla="*/ 397596 w 13998176"/>
              <a:gd name="connsiteY65" fmla="*/ 335280 h 5410200"/>
              <a:gd name="connsiteX66" fmla="*/ 47076 w 13998176"/>
              <a:gd name="connsiteY66" fmla="*/ 487680 h 5410200"/>
              <a:gd name="connsiteX67" fmla="*/ 1356 w 13998176"/>
              <a:gd name="connsiteY67" fmla="*/ 594360 h 5410200"/>
              <a:gd name="connsiteX68" fmla="*/ 108036 w 13998176"/>
              <a:gd name="connsiteY68" fmla="*/ 701040 h 5410200"/>
              <a:gd name="connsiteX69" fmla="*/ 108036 w 13998176"/>
              <a:gd name="connsiteY69" fmla="*/ 762000 h 5410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</a:cxnLst>
            <a:rect l="l" t="t" r="r" b="b"/>
            <a:pathLst>
              <a:path w="13998176" h="5410200">
                <a:moveTo>
                  <a:pt x="108036" y="762000"/>
                </a:moveTo>
                <a:cubicBezTo>
                  <a:pt x="130896" y="784860"/>
                  <a:pt x="100217" y="751212"/>
                  <a:pt x="245196" y="838200"/>
                </a:cubicBezTo>
                <a:cubicBezTo>
                  <a:pt x="369616" y="912852"/>
                  <a:pt x="308050" y="851527"/>
                  <a:pt x="428076" y="944880"/>
                </a:cubicBezTo>
                <a:cubicBezTo>
                  <a:pt x="539288" y="1031378"/>
                  <a:pt x="402418" y="954911"/>
                  <a:pt x="534756" y="1021080"/>
                </a:cubicBezTo>
                <a:cubicBezTo>
                  <a:pt x="544916" y="1041400"/>
                  <a:pt x="551605" y="1063865"/>
                  <a:pt x="565236" y="1082040"/>
                </a:cubicBezTo>
                <a:cubicBezTo>
                  <a:pt x="599059" y="1127137"/>
                  <a:pt x="643067" y="1155654"/>
                  <a:pt x="687156" y="1188720"/>
                </a:cubicBezTo>
                <a:cubicBezTo>
                  <a:pt x="721059" y="1245225"/>
                  <a:pt x="728597" y="1271752"/>
                  <a:pt x="778596" y="1310640"/>
                </a:cubicBezTo>
                <a:cubicBezTo>
                  <a:pt x="807512" y="1333130"/>
                  <a:pt x="870036" y="1371600"/>
                  <a:pt x="870036" y="1371600"/>
                </a:cubicBezTo>
                <a:cubicBezTo>
                  <a:pt x="972656" y="1542634"/>
                  <a:pt x="861478" y="1371300"/>
                  <a:pt x="961476" y="1493520"/>
                </a:cubicBezTo>
                <a:cubicBezTo>
                  <a:pt x="993644" y="1532837"/>
                  <a:pt x="1021531" y="1575495"/>
                  <a:pt x="1052916" y="1615440"/>
                </a:cubicBezTo>
                <a:cubicBezTo>
                  <a:pt x="1077429" y="1646638"/>
                  <a:pt x="1092278" y="1692145"/>
                  <a:pt x="1129116" y="1706880"/>
                </a:cubicBezTo>
                <a:cubicBezTo>
                  <a:pt x="1154516" y="1717040"/>
                  <a:pt x="1180477" y="1725896"/>
                  <a:pt x="1205316" y="1737360"/>
                </a:cubicBezTo>
                <a:cubicBezTo>
                  <a:pt x="1246571" y="1756401"/>
                  <a:pt x="1283240" y="1786966"/>
                  <a:pt x="1327236" y="1798320"/>
                </a:cubicBezTo>
                <a:cubicBezTo>
                  <a:pt x="1442068" y="1827954"/>
                  <a:pt x="1560541" y="1841247"/>
                  <a:pt x="1677756" y="1859280"/>
                </a:cubicBezTo>
                <a:cubicBezTo>
                  <a:pt x="1966392" y="1903686"/>
                  <a:pt x="1809162" y="1886054"/>
                  <a:pt x="2150196" y="1905000"/>
                </a:cubicBezTo>
                <a:lnTo>
                  <a:pt x="2896956" y="2011680"/>
                </a:lnTo>
                <a:cubicBezTo>
                  <a:pt x="2993476" y="2026920"/>
                  <a:pt x="3091440" y="2034840"/>
                  <a:pt x="3186516" y="2057400"/>
                </a:cubicBezTo>
                <a:cubicBezTo>
                  <a:pt x="3391566" y="2106056"/>
                  <a:pt x="3607621" y="2130793"/>
                  <a:pt x="3796116" y="2225040"/>
                </a:cubicBezTo>
                <a:cubicBezTo>
                  <a:pt x="3857076" y="2255520"/>
                  <a:pt x="3920319" y="2281807"/>
                  <a:pt x="3978996" y="2316480"/>
                </a:cubicBezTo>
                <a:cubicBezTo>
                  <a:pt x="4032381" y="2348026"/>
                  <a:pt x="4081475" y="2386376"/>
                  <a:pt x="4131396" y="2423160"/>
                </a:cubicBezTo>
                <a:cubicBezTo>
                  <a:pt x="4268605" y="2524261"/>
                  <a:pt x="4284519" y="2539425"/>
                  <a:pt x="4405716" y="2667000"/>
                </a:cubicBezTo>
                <a:cubicBezTo>
                  <a:pt x="4457730" y="2721752"/>
                  <a:pt x="4513697" y="2773565"/>
                  <a:pt x="4558116" y="2834640"/>
                </a:cubicBezTo>
                <a:cubicBezTo>
                  <a:pt x="4595554" y="2886118"/>
                  <a:pt x="4619076" y="2946400"/>
                  <a:pt x="4649556" y="3002280"/>
                </a:cubicBezTo>
                <a:cubicBezTo>
                  <a:pt x="4685278" y="3163027"/>
                  <a:pt x="4696137" y="3191563"/>
                  <a:pt x="4710516" y="3383280"/>
                </a:cubicBezTo>
                <a:cubicBezTo>
                  <a:pt x="4734879" y="3708122"/>
                  <a:pt x="4735502" y="4034878"/>
                  <a:pt x="4771476" y="4358640"/>
                </a:cubicBezTo>
                <a:cubicBezTo>
                  <a:pt x="4776494" y="4403799"/>
                  <a:pt x="4810370" y="4440841"/>
                  <a:pt x="4832436" y="4480560"/>
                </a:cubicBezTo>
                <a:cubicBezTo>
                  <a:pt x="4913475" y="4626431"/>
                  <a:pt x="4942828" y="4683982"/>
                  <a:pt x="5091516" y="4785360"/>
                </a:cubicBezTo>
                <a:cubicBezTo>
                  <a:pt x="5142231" y="4819939"/>
                  <a:pt x="5201865" y="4839525"/>
                  <a:pt x="5259156" y="4861560"/>
                </a:cubicBezTo>
                <a:cubicBezTo>
                  <a:pt x="5494131" y="4951935"/>
                  <a:pt x="5492526" y="4938602"/>
                  <a:pt x="5746836" y="4983480"/>
                </a:cubicBezTo>
                <a:cubicBezTo>
                  <a:pt x="6371609" y="4962996"/>
                  <a:pt x="6537164" y="5013497"/>
                  <a:pt x="7026996" y="4876800"/>
                </a:cubicBezTo>
                <a:cubicBezTo>
                  <a:pt x="7264003" y="4810658"/>
                  <a:pt x="7405762" y="4732140"/>
                  <a:pt x="7636596" y="4648200"/>
                </a:cubicBezTo>
                <a:cubicBezTo>
                  <a:pt x="7869112" y="4563649"/>
                  <a:pt x="8091240" y="4426760"/>
                  <a:pt x="8337636" y="4404360"/>
                </a:cubicBezTo>
                <a:lnTo>
                  <a:pt x="8672916" y="4373880"/>
                </a:lnTo>
                <a:cubicBezTo>
                  <a:pt x="9026525" y="4400073"/>
                  <a:pt x="9193884" y="4391139"/>
                  <a:pt x="9541596" y="4511040"/>
                </a:cubicBezTo>
                <a:cubicBezTo>
                  <a:pt x="9689852" y="4562163"/>
                  <a:pt x="9829881" y="4635477"/>
                  <a:pt x="9968316" y="4709160"/>
                </a:cubicBezTo>
                <a:cubicBezTo>
                  <a:pt x="10145207" y="4803311"/>
                  <a:pt x="10332535" y="4885676"/>
                  <a:pt x="10486476" y="5013960"/>
                </a:cubicBezTo>
                <a:cubicBezTo>
                  <a:pt x="10846739" y="5314179"/>
                  <a:pt x="10502649" y="5051096"/>
                  <a:pt x="10821756" y="5242560"/>
                </a:cubicBezTo>
                <a:cubicBezTo>
                  <a:pt x="10874929" y="5274464"/>
                  <a:pt x="10916582" y="5326210"/>
                  <a:pt x="10974156" y="5349240"/>
                </a:cubicBezTo>
                <a:cubicBezTo>
                  <a:pt x="11095550" y="5397798"/>
                  <a:pt x="11304171" y="5401721"/>
                  <a:pt x="11431356" y="5410200"/>
                </a:cubicBezTo>
                <a:cubicBezTo>
                  <a:pt x="11543116" y="5374640"/>
                  <a:pt x="11666338" y="5364307"/>
                  <a:pt x="11766636" y="5303520"/>
                </a:cubicBezTo>
                <a:cubicBezTo>
                  <a:pt x="11840619" y="5258682"/>
                  <a:pt x="11882370" y="5174607"/>
                  <a:pt x="11934276" y="5105400"/>
                </a:cubicBezTo>
                <a:cubicBezTo>
                  <a:pt x="12124170" y="4852208"/>
                  <a:pt x="12191475" y="4664819"/>
                  <a:pt x="12421956" y="4495800"/>
                </a:cubicBezTo>
                <a:cubicBezTo>
                  <a:pt x="12519674" y="4424140"/>
                  <a:pt x="12609197" y="4327070"/>
                  <a:pt x="12726756" y="4297680"/>
                </a:cubicBezTo>
                <a:cubicBezTo>
                  <a:pt x="12767396" y="4287520"/>
                  <a:pt x="12807684" y="4275830"/>
                  <a:pt x="12848676" y="4267200"/>
                </a:cubicBezTo>
                <a:cubicBezTo>
                  <a:pt x="12904254" y="4255499"/>
                  <a:pt x="12961088" y="4249975"/>
                  <a:pt x="13016316" y="4236720"/>
                </a:cubicBezTo>
                <a:cubicBezTo>
                  <a:pt x="13088240" y="4219458"/>
                  <a:pt x="13157146" y="4190266"/>
                  <a:pt x="13229676" y="4175760"/>
                </a:cubicBezTo>
                <a:cubicBezTo>
                  <a:pt x="13309998" y="4159696"/>
                  <a:pt x="13392322" y="4156106"/>
                  <a:pt x="13473516" y="4145280"/>
                </a:cubicBezTo>
                <a:lnTo>
                  <a:pt x="13686876" y="4114800"/>
                </a:lnTo>
                <a:cubicBezTo>
                  <a:pt x="13742756" y="4084320"/>
                  <a:pt x="13809507" y="4068369"/>
                  <a:pt x="13854516" y="4023360"/>
                </a:cubicBezTo>
                <a:cubicBezTo>
                  <a:pt x="13987595" y="3890281"/>
                  <a:pt x="13961523" y="3684488"/>
                  <a:pt x="13976436" y="3520440"/>
                </a:cubicBezTo>
                <a:cubicBezTo>
                  <a:pt x="14004464" y="2875786"/>
                  <a:pt x="14006366" y="2984390"/>
                  <a:pt x="13976436" y="2011680"/>
                </a:cubicBezTo>
                <a:cubicBezTo>
                  <a:pt x="13967986" y="1737067"/>
                  <a:pt x="13959108" y="1461992"/>
                  <a:pt x="13930716" y="1188720"/>
                </a:cubicBezTo>
                <a:cubicBezTo>
                  <a:pt x="13918360" y="1069791"/>
                  <a:pt x="13885500" y="953685"/>
                  <a:pt x="13854516" y="838200"/>
                </a:cubicBezTo>
                <a:cubicBezTo>
                  <a:pt x="13806503" y="659242"/>
                  <a:pt x="13767526" y="508449"/>
                  <a:pt x="13625916" y="381000"/>
                </a:cubicBezTo>
                <a:cubicBezTo>
                  <a:pt x="13578604" y="338419"/>
                  <a:pt x="13516782" y="314634"/>
                  <a:pt x="13458276" y="289560"/>
                </a:cubicBezTo>
                <a:cubicBezTo>
                  <a:pt x="13367848" y="250805"/>
                  <a:pt x="13233435" y="228391"/>
                  <a:pt x="13138236" y="213360"/>
                </a:cubicBezTo>
                <a:cubicBezTo>
                  <a:pt x="12705350" y="145010"/>
                  <a:pt x="12475579" y="113678"/>
                  <a:pt x="11995236" y="91440"/>
                </a:cubicBezTo>
                <a:cubicBezTo>
                  <a:pt x="11690720" y="77342"/>
                  <a:pt x="11385609" y="82685"/>
                  <a:pt x="11080836" y="76200"/>
                </a:cubicBezTo>
                <a:cubicBezTo>
                  <a:pt x="8812783" y="27944"/>
                  <a:pt x="10906597" y="56429"/>
                  <a:pt x="8337636" y="30480"/>
                </a:cubicBezTo>
                <a:cubicBezTo>
                  <a:pt x="7966796" y="45720"/>
                  <a:pt x="7596242" y="71729"/>
                  <a:pt x="7225116" y="76200"/>
                </a:cubicBezTo>
                <a:lnTo>
                  <a:pt x="4786716" y="30480"/>
                </a:lnTo>
                <a:lnTo>
                  <a:pt x="2927436" y="0"/>
                </a:lnTo>
                <a:cubicBezTo>
                  <a:pt x="2509913" y="10706"/>
                  <a:pt x="2182974" y="8137"/>
                  <a:pt x="1769196" y="60960"/>
                </a:cubicBezTo>
                <a:cubicBezTo>
                  <a:pt x="1478409" y="98082"/>
                  <a:pt x="900516" y="198120"/>
                  <a:pt x="900516" y="198120"/>
                </a:cubicBezTo>
                <a:cubicBezTo>
                  <a:pt x="809076" y="228600"/>
                  <a:pt x="719186" y="264199"/>
                  <a:pt x="626196" y="289560"/>
                </a:cubicBezTo>
                <a:cubicBezTo>
                  <a:pt x="551225" y="310007"/>
                  <a:pt x="471965" y="312744"/>
                  <a:pt x="397596" y="335280"/>
                </a:cubicBezTo>
                <a:cubicBezTo>
                  <a:pt x="182961" y="400321"/>
                  <a:pt x="181051" y="407295"/>
                  <a:pt x="47076" y="487680"/>
                </a:cubicBezTo>
                <a:cubicBezTo>
                  <a:pt x="30013" y="513275"/>
                  <a:pt x="-7591" y="558574"/>
                  <a:pt x="1356" y="594360"/>
                </a:cubicBezTo>
                <a:cubicBezTo>
                  <a:pt x="16895" y="656515"/>
                  <a:pt x="72177" y="659205"/>
                  <a:pt x="108036" y="701040"/>
                </a:cubicBezTo>
                <a:cubicBezTo>
                  <a:pt x="122821" y="718289"/>
                  <a:pt x="85176" y="739140"/>
                  <a:pt x="108036" y="762000"/>
                </a:cubicBezTo>
                <a:close/>
              </a:path>
            </a:pathLst>
          </a:custGeom>
          <a:gradFill flip="none" rotWithShape="1">
            <a:gsLst>
              <a:gs pos="0">
                <a:schemeClr val="accent1">
                  <a:lumMod val="60000"/>
                  <a:lumOff val="40000"/>
                </a:schemeClr>
              </a:gs>
              <a:gs pos="50000">
                <a:schemeClr val="accent1">
                  <a:lumMod val="20000"/>
                  <a:lumOff val="80000"/>
                  <a:alpha val="42000"/>
                </a:schemeClr>
              </a:gs>
              <a:gs pos="100000">
                <a:schemeClr val="accent1">
                  <a:lumMod val="20000"/>
                  <a:lumOff val="80000"/>
                </a:scheme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2053" name="Picture 5">
            <a:extLst>
              <a:ext uri="{FF2B5EF4-FFF2-40B4-BE49-F238E27FC236}">
                <a16:creationId xmlns:a16="http://schemas.microsoft.com/office/drawing/2014/main" id="{97A6209A-27FF-419B-9359-E5CFC905023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alphaModFix amt="6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0000" l="10000" r="90000">
                        <a14:foregroundMark x1="32473" y1="64538" x2="32473" y2="64538"/>
                        <a14:foregroundMark x1="45788" y1="67527" x2="45788" y2="67527"/>
                        <a14:foregroundMark x1="40217" y1="63859" x2="40217" y2="63859"/>
                        <a14:foregroundMark x1="49185" y1="61957" x2="49185" y2="61957"/>
                        <a14:foregroundMark x1="57609" y1="36821" x2="57609" y2="36821"/>
                        <a14:foregroundMark x1="30027" y1="67663" x2="30027" y2="67663"/>
                        <a14:foregroundMark x1="32337" y1="69973" x2="32337" y2="69973"/>
                        <a14:backgroundMark x1="41033" y1="39810" x2="41033" y2="39810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22190" y="-502231"/>
            <a:ext cx="9525000" cy="9525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E63D4253-C805-42D0-A154-6D07CDFEF346}"/>
              </a:ext>
            </a:extLst>
          </p:cNvPr>
          <p:cNvSpPr txBox="1"/>
          <p:nvPr/>
        </p:nvSpPr>
        <p:spPr>
          <a:xfrm>
            <a:off x="393491" y="1076182"/>
            <a:ext cx="10549329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sz="2800" dirty="0">
                <a:latin typeface="Bahnschrift Light" panose="020B0502040204020203" pitchFamily="34" charset="0"/>
              </a:rPr>
              <a:t>Симпатичный одностраничный сайт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sz="2800" dirty="0">
                <a:latin typeface="Bahnschrift Light" panose="020B0502040204020203" pitchFamily="34" charset="0"/>
              </a:rPr>
              <a:t>Интерактивная карта с реальными НКО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sz="2800" dirty="0">
                <a:latin typeface="Bahnschrift Light" panose="020B0502040204020203" pitchFamily="34" charset="0"/>
              </a:rPr>
              <a:t>3 тестовых организации с полной информацией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sz="2800" dirty="0">
                <a:latin typeface="Bahnschrift Light" panose="020B0502040204020203" pitchFamily="34" charset="0"/>
              </a:rPr>
              <a:t>Умный поиск по названию и фильтры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sz="2800" dirty="0">
                <a:latin typeface="Bahnschrift Light" panose="020B0502040204020203" pitchFamily="34" charset="0"/>
              </a:rPr>
              <a:t>Красивые карточки с контактами и описанием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sz="2800" dirty="0">
                <a:latin typeface="Bahnschrift Light" panose="020B0502040204020203" pitchFamily="34" charset="0"/>
              </a:rPr>
              <a:t>Мини анимации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3830EC7-3ED5-4202-9B9C-A0BB8BC72F71}"/>
              </a:ext>
            </a:extLst>
          </p:cNvPr>
          <p:cNvSpPr txBox="1"/>
          <p:nvPr/>
        </p:nvSpPr>
        <p:spPr>
          <a:xfrm>
            <a:off x="393491" y="306741"/>
            <a:ext cx="4513445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4400" b="1" dirty="0">
                <a:latin typeface="Arial Black" panose="020B0A04020102020204" pitchFamily="34" charset="0"/>
              </a:rPr>
              <a:t>Что успели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8641F92-CBC0-427A-831A-D8E164CC15ED}"/>
              </a:ext>
            </a:extLst>
          </p:cNvPr>
          <p:cNvSpPr txBox="1"/>
          <p:nvPr/>
        </p:nvSpPr>
        <p:spPr>
          <a:xfrm>
            <a:off x="393491" y="5567403"/>
            <a:ext cx="585491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400" dirty="0" err="1">
                <a:latin typeface="Bahnschrift Light" panose="020B0502040204020203" pitchFamily="34" charset="0"/>
              </a:rPr>
              <a:t>Astro</a:t>
            </a:r>
            <a:r>
              <a:rPr lang="ru-RU" sz="2400" dirty="0">
                <a:latin typeface="Bahnschrift Light" panose="020B0502040204020203" pitchFamily="34" charset="0"/>
              </a:rPr>
              <a:t>, </a:t>
            </a:r>
            <a:r>
              <a:rPr lang="ru-RU" sz="2400" dirty="0" err="1">
                <a:latin typeface="Bahnschrift Light" panose="020B0502040204020203" pitchFamily="34" charset="0"/>
              </a:rPr>
              <a:t>React</a:t>
            </a:r>
            <a:r>
              <a:rPr lang="ru-RU" sz="2400" dirty="0">
                <a:latin typeface="Bahnschrift Light" panose="020B0502040204020203" pitchFamily="34" charset="0"/>
              </a:rPr>
              <a:t>, </a:t>
            </a:r>
            <a:r>
              <a:rPr lang="ru-RU" sz="2400" dirty="0" err="1">
                <a:latin typeface="Bahnschrift Light" panose="020B0502040204020203" pitchFamily="34" charset="0"/>
              </a:rPr>
              <a:t>pnpm</a:t>
            </a:r>
            <a:r>
              <a:rPr lang="ru-RU" sz="2400" dirty="0">
                <a:latin typeface="Bahnschrift Light" panose="020B0502040204020203" pitchFamily="34" charset="0"/>
              </a:rPr>
              <a:t>, </a:t>
            </a:r>
            <a:r>
              <a:rPr lang="ru-RU" sz="2400" dirty="0" err="1">
                <a:latin typeface="Bahnschrift Light" panose="020B0502040204020203" pitchFamily="34" charset="0"/>
              </a:rPr>
              <a:t>sass</a:t>
            </a:r>
            <a:r>
              <a:rPr lang="ru-RU" sz="2400" dirty="0">
                <a:latin typeface="Bahnschrift Light" panose="020B0502040204020203" pitchFamily="34" charset="0"/>
              </a:rPr>
              <a:t>, </a:t>
            </a:r>
            <a:r>
              <a:rPr lang="ru-RU" sz="2400" dirty="0" err="1">
                <a:latin typeface="Bahnschrift Light" panose="020B0502040204020203" pitchFamily="34" charset="0"/>
              </a:rPr>
              <a:t>prettier</a:t>
            </a:r>
            <a:endParaRPr lang="ru-RU" sz="2400" dirty="0">
              <a:latin typeface="Bahnschrift Light" panose="020B0502040204020203" pitchFamily="34" charset="0"/>
            </a:endParaRPr>
          </a:p>
          <a:p>
            <a:r>
              <a:rPr lang="en-US" sz="2400" dirty="0">
                <a:latin typeface="Bahnschrift Light" panose="020B0502040204020203" pitchFamily="34" charset="0"/>
              </a:rPr>
              <a:t>SQLite, </a:t>
            </a:r>
            <a:r>
              <a:rPr lang="ru-RU" sz="2400" dirty="0" err="1">
                <a:latin typeface="Bahnschrift Light" panose="020B0502040204020203" pitchFamily="34" charset="0"/>
              </a:rPr>
              <a:t>fastapi</a:t>
            </a:r>
            <a:r>
              <a:rPr lang="ru-RU" sz="2400" dirty="0">
                <a:latin typeface="Bahnschrift Light" panose="020B0502040204020203" pitchFamily="34" charset="0"/>
              </a:rPr>
              <a:t>, </a:t>
            </a:r>
            <a:r>
              <a:rPr lang="ru-RU" sz="2400" dirty="0" err="1">
                <a:latin typeface="Bahnschrift Light" panose="020B0502040204020203" pitchFamily="34" charset="0"/>
              </a:rPr>
              <a:t>pydantic</a:t>
            </a:r>
            <a:endParaRPr lang="ru-RU" sz="2400" dirty="0">
              <a:latin typeface="Bahnschrift Ligh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149089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Полилиния: фигура 13">
            <a:extLst>
              <a:ext uri="{FF2B5EF4-FFF2-40B4-BE49-F238E27FC236}">
                <a16:creationId xmlns:a16="http://schemas.microsoft.com/office/drawing/2014/main" id="{5875E930-7F8F-4A22-8402-3070C434CEE6}"/>
              </a:ext>
            </a:extLst>
          </p:cNvPr>
          <p:cNvSpPr/>
          <p:nvPr/>
        </p:nvSpPr>
        <p:spPr>
          <a:xfrm>
            <a:off x="-351876" y="-960120"/>
            <a:ext cx="15241356" cy="6477000"/>
          </a:xfrm>
          <a:custGeom>
            <a:avLst/>
            <a:gdLst>
              <a:gd name="connsiteX0" fmla="*/ 108036 w 13998176"/>
              <a:gd name="connsiteY0" fmla="*/ 762000 h 5410200"/>
              <a:gd name="connsiteX1" fmla="*/ 245196 w 13998176"/>
              <a:gd name="connsiteY1" fmla="*/ 838200 h 5410200"/>
              <a:gd name="connsiteX2" fmla="*/ 428076 w 13998176"/>
              <a:gd name="connsiteY2" fmla="*/ 944880 h 5410200"/>
              <a:gd name="connsiteX3" fmla="*/ 534756 w 13998176"/>
              <a:gd name="connsiteY3" fmla="*/ 1021080 h 5410200"/>
              <a:gd name="connsiteX4" fmla="*/ 565236 w 13998176"/>
              <a:gd name="connsiteY4" fmla="*/ 1082040 h 5410200"/>
              <a:gd name="connsiteX5" fmla="*/ 687156 w 13998176"/>
              <a:gd name="connsiteY5" fmla="*/ 1188720 h 5410200"/>
              <a:gd name="connsiteX6" fmla="*/ 778596 w 13998176"/>
              <a:gd name="connsiteY6" fmla="*/ 1310640 h 5410200"/>
              <a:gd name="connsiteX7" fmla="*/ 870036 w 13998176"/>
              <a:gd name="connsiteY7" fmla="*/ 1371600 h 5410200"/>
              <a:gd name="connsiteX8" fmla="*/ 961476 w 13998176"/>
              <a:gd name="connsiteY8" fmla="*/ 1493520 h 5410200"/>
              <a:gd name="connsiteX9" fmla="*/ 1052916 w 13998176"/>
              <a:gd name="connsiteY9" fmla="*/ 1615440 h 5410200"/>
              <a:gd name="connsiteX10" fmla="*/ 1129116 w 13998176"/>
              <a:gd name="connsiteY10" fmla="*/ 1706880 h 5410200"/>
              <a:gd name="connsiteX11" fmla="*/ 1205316 w 13998176"/>
              <a:gd name="connsiteY11" fmla="*/ 1737360 h 5410200"/>
              <a:gd name="connsiteX12" fmla="*/ 1327236 w 13998176"/>
              <a:gd name="connsiteY12" fmla="*/ 1798320 h 5410200"/>
              <a:gd name="connsiteX13" fmla="*/ 1677756 w 13998176"/>
              <a:gd name="connsiteY13" fmla="*/ 1859280 h 5410200"/>
              <a:gd name="connsiteX14" fmla="*/ 2150196 w 13998176"/>
              <a:gd name="connsiteY14" fmla="*/ 1905000 h 5410200"/>
              <a:gd name="connsiteX15" fmla="*/ 2896956 w 13998176"/>
              <a:gd name="connsiteY15" fmla="*/ 2011680 h 5410200"/>
              <a:gd name="connsiteX16" fmla="*/ 3186516 w 13998176"/>
              <a:gd name="connsiteY16" fmla="*/ 2057400 h 5410200"/>
              <a:gd name="connsiteX17" fmla="*/ 3796116 w 13998176"/>
              <a:gd name="connsiteY17" fmla="*/ 2225040 h 5410200"/>
              <a:gd name="connsiteX18" fmla="*/ 3978996 w 13998176"/>
              <a:gd name="connsiteY18" fmla="*/ 2316480 h 5410200"/>
              <a:gd name="connsiteX19" fmla="*/ 4131396 w 13998176"/>
              <a:gd name="connsiteY19" fmla="*/ 2423160 h 5410200"/>
              <a:gd name="connsiteX20" fmla="*/ 4405716 w 13998176"/>
              <a:gd name="connsiteY20" fmla="*/ 2667000 h 5410200"/>
              <a:gd name="connsiteX21" fmla="*/ 4558116 w 13998176"/>
              <a:gd name="connsiteY21" fmla="*/ 2834640 h 5410200"/>
              <a:gd name="connsiteX22" fmla="*/ 4649556 w 13998176"/>
              <a:gd name="connsiteY22" fmla="*/ 3002280 h 5410200"/>
              <a:gd name="connsiteX23" fmla="*/ 4710516 w 13998176"/>
              <a:gd name="connsiteY23" fmla="*/ 3383280 h 5410200"/>
              <a:gd name="connsiteX24" fmla="*/ 4771476 w 13998176"/>
              <a:gd name="connsiteY24" fmla="*/ 4358640 h 5410200"/>
              <a:gd name="connsiteX25" fmla="*/ 4832436 w 13998176"/>
              <a:gd name="connsiteY25" fmla="*/ 4480560 h 5410200"/>
              <a:gd name="connsiteX26" fmla="*/ 5091516 w 13998176"/>
              <a:gd name="connsiteY26" fmla="*/ 4785360 h 5410200"/>
              <a:gd name="connsiteX27" fmla="*/ 5259156 w 13998176"/>
              <a:gd name="connsiteY27" fmla="*/ 4861560 h 5410200"/>
              <a:gd name="connsiteX28" fmla="*/ 5746836 w 13998176"/>
              <a:gd name="connsiteY28" fmla="*/ 4983480 h 5410200"/>
              <a:gd name="connsiteX29" fmla="*/ 7026996 w 13998176"/>
              <a:gd name="connsiteY29" fmla="*/ 4876800 h 5410200"/>
              <a:gd name="connsiteX30" fmla="*/ 7636596 w 13998176"/>
              <a:gd name="connsiteY30" fmla="*/ 4648200 h 5410200"/>
              <a:gd name="connsiteX31" fmla="*/ 8337636 w 13998176"/>
              <a:gd name="connsiteY31" fmla="*/ 4404360 h 5410200"/>
              <a:gd name="connsiteX32" fmla="*/ 8672916 w 13998176"/>
              <a:gd name="connsiteY32" fmla="*/ 4373880 h 5410200"/>
              <a:gd name="connsiteX33" fmla="*/ 9541596 w 13998176"/>
              <a:gd name="connsiteY33" fmla="*/ 4511040 h 5410200"/>
              <a:gd name="connsiteX34" fmla="*/ 9968316 w 13998176"/>
              <a:gd name="connsiteY34" fmla="*/ 4709160 h 5410200"/>
              <a:gd name="connsiteX35" fmla="*/ 10486476 w 13998176"/>
              <a:gd name="connsiteY35" fmla="*/ 5013960 h 5410200"/>
              <a:gd name="connsiteX36" fmla="*/ 10821756 w 13998176"/>
              <a:gd name="connsiteY36" fmla="*/ 5242560 h 5410200"/>
              <a:gd name="connsiteX37" fmla="*/ 10974156 w 13998176"/>
              <a:gd name="connsiteY37" fmla="*/ 5349240 h 5410200"/>
              <a:gd name="connsiteX38" fmla="*/ 11431356 w 13998176"/>
              <a:gd name="connsiteY38" fmla="*/ 5410200 h 5410200"/>
              <a:gd name="connsiteX39" fmla="*/ 11766636 w 13998176"/>
              <a:gd name="connsiteY39" fmla="*/ 5303520 h 5410200"/>
              <a:gd name="connsiteX40" fmla="*/ 11934276 w 13998176"/>
              <a:gd name="connsiteY40" fmla="*/ 5105400 h 5410200"/>
              <a:gd name="connsiteX41" fmla="*/ 12421956 w 13998176"/>
              <a:gd name="connsiteY41" fmla="*/ 4495800 h 5410200"/>
              <a:gd name="connsiteX42" fmla="*/ 12726756 w 13998176"/>
              <a:gd name="connsiteY42" fmla="*/ 4297680 h 5410200"/>
              <a:gd name="connsiteX43" fmla="*/ 12848676 w 13998176"/>
              <a:gd name="connsiteY43" fmla="*/ 4267200 h 5410200"/>
              <a:gd name="connsiteX44" fmla="*/ 13016316 w 13998176"/>
              <a:gd name="connsiteY44" fmla="*/ 4236720 h 5410200"/>
              <a:gd name="connsiteX45" fmla="*/ 13229676 w 13998176"/>
              <a:gd name="connsiteY45" fmla="*/ 4175760 h 5410200"/>
              <a:gd name="connsiteX46" fmla="*/ 13473516 w 13998176"/>
              <a:gd name="connsiteY46" fmla="*/ 4145280 h 5410200"/>
              <a:gd name="connsiteX47" fmla="*/ 13686876 w 13998176"/>
              <a:gd name="connsiteY47" fmla="*/ 4114800 h 5410200"/>
              <a:gd name="connsiteX48" fmla="*/ 13854516 w 13998176"/>
              <a:gd name="connsiteY48" fmla="*/ 4023360 h 5410200"/>
              <a:gd name="connsiteX49" fmla="*/ 13976436 w 13998176"/>
              <a:gd name="connsiteY49" fmla="*/ 3520440 h 5410200"/>
              <a:gd name="connsiteX50" fmla="*/ 13976436 w 13998176"/>
              <a:gd name="connsiteY50" fmla="*/ 2011680 h 5410200"/>
              <a:gd name="connsiteX51" fmla="*/ 13930716 w 13998176"/>
              <a:gd name="connsiteY51" fmla="*/ 1188720 h 5410200"/>
              <a:gd name="connsiteX52" fmla="*/ 13854516 w 13998176"/>
              <a:gd name="connsiteY52" fmla="*/ 838200 h 5410200"/>
              <a:gd name="connsiteX53" fmla="*/ 13625916 w 13998176"/>
              <a:gd name="connsiteY53" fmla="*/ 381000 h 5410200"/>
              <a:gd name="connsiteX54" fmla="*/ 13458276 w 13998176"/>
              <a:gd name="connsiteY54" fmla="*/ 289560 h 5410200"/>
              <a:gd name="connsiteX55" fmla="*/ 13138236 w 13998176"/>
              <a:gd name="connsiteY55" fmla="*/ 213360 h 5410200"/>
              <a:gd name="connsiteX56" fmla="*/ 11995236 w 13998176"/>
              <a:gd name="connsiteY56" fmla="*/ 91440 h 5410200"/>
              <a:gd name="connsiteX57" fmla="*/ 11080836 w 13998176"/>
              <a:gd name="connsiteY57" fmla="*/ 76200 h 5410200"/>
              <a:gd name="connsiteX58" fmla="*/ 8337636 w 13998176"/>
              <a:gd name="connsiteY58" fmla="*/ 30480 h 5410200"/>
              <a:gd name="connsiteX59" fmla="*/ 7225116 w 13998176"/>
              <a:gd name="connsiteY59" fmla="*/ 76200 h 5410200"/>
              <a:gd name="connsiteX60" fmla="*/ 4786716 w 13998176"/>
              <a:gd name="connsiteY60" fmla="*/ 30480 h 5410200"/>
              <a:gd name="connsiteX61" fmla="*/ 2927436 w 13998176"/>
              <a:gd name="connsiteY61" fmla="*/ 0 h 5410200"/>
              <a:gd name="connsiteX62" fmla="*/ 1769196 w 13998176"/>
              <a:gd name="connsiteY62" fmla="*/ 60960 h 5410200"/>
              <a:gd name="connsiteX63" fmla="*/ 900516 w 13998176"/>
              <a:gd name="connsiteY63" fmla="*/ 198120 h 5410200"/>
              <a:gd name="connsiteX64" fmla="*/ 626196 w 13998176"/>
              <a:gd name="connsiteY64" fmla="*/ 289560 h 5410200"/>
              <a:gd name="connsiteX65" fmla="*/ 397596 w 13998176"/>
              <a:gd name="connsiteY65" fmla="*/ 335280 h 5410200"/>
              <a:gd name="connsiteX66" fmla="*/ 47076 w 13998176"/>
              <a:gd name="connsiteY66" fmla="*/ 487680 h 5410200"/>
              <a:gd name="connsiteX67" fmla="*/ 1356 w 13998176"/>
              <a:gd name="connsiteY67" fmla="*/ 594360 h 5410200"/>
              <a:gd name="connsiteX68" fmla="*/ 108036 w 13998176"/>
              <a:gd name="connsiteY68" fmla="*/ 701040 h 5410200"/>
              <a:gd name="connsiteX69" fmla="*/ 108036 w 13998176"/>
              <a:gd name="connsiteY69" fmla="*/ 762000 h 5410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</a:cxnLst>
            <a:rect l="l" t="t" r="r" b="b"/>
            <a:pathLst>
              <a:path w="13998176" h="5410200">
                <a:moveTo>
                  <a:pt x="108036" y="762000"/>
                </a:moveTo>
                <a:cubicBezTo>
                  <a:pt x="130896" y="784860"/>
                  <a:pt x="100217" y="751212"/>
                  <a:pt x="245196" y="838200"/>
                </a:cubicBezTo>
                <a:cubicBezTo>
                  <a:pt x="369616" y="912852"/>
                  <a:pt x="308050" y="851527"/>
                  <a:pt x="428076" y="944880"/>
                </a:cubicBezTo>
                <a:cubicBezTo>
                  <a:pt x="539288" y="1031378"/>
                  <a:pt x="402418" y="954911"/>
                  <a:pt x="534756" y="1021080"/>
                </a:cubicBezTo>
                <a:cubicBezTo>
                  <a:pt x="544916" y="1041400"/>
                  <a:pt x="551605" y="1063865"/>
                  <a:pt x="565236" y="1082040"/>
                </a:cubicBezTo>
                <a:cubicBezTo>
                  <a:pt x="599059" y="1127137"/>
                  <a:pt x="643067" y="1155654"/>
                  <a:pt x="687156" y="1188720"/>
                </a:cubicBezTo>
                <a:cubicBezTo>
                  <a:pt x="721059" y="1245225"/>
                  <a:pt x="728597" y="1271752"/>
                  <a:pt x="778596" y="1310640"/>
                </a:cubicBezTo>
                <a:cubicBezTo>
                  <a:pt x="807512" y="1333130"/>
                  <a:pt x="870036" y="1371600"/>
                  <a:pt x="870036" y="1371600"/>
                </a:cubicBezTo>
                <a:cubicBezTo>
                  <a:pt x="972656" y="1542634"/>
                  <a:pt x="861478" y="1371300"/>
                  <a:pt x="961476" y="1493520"/>
                </a:cubicBezTo>
                <a:cubicBezTo>
                  <a:pt x="993644" y="1532837"/>
                  <a:pt x="1021531" y="1575495"/>
                  <a:pt x="1052916" y="1615440"/>
                </a:cubicBezTo>
                <a:cubicBezTo>
                  <a:pt x="1077429" y="1646638"/>
                  <a:pt x="1092278" y="1692145"/>
                  <a:pt x="1129116" y="1706880"/>
                </a:cubicBezTo>
                <a:cubicBezTo>
                  <a:pt x="1154516" y="1717040"/>
                  <a:pt x="1180477" y="1725896"/>
                  <a:pt x="1205316" y="1737360"/>
                </a:cubicBezTo>
                <a:cubicBezTo>
                  <a:pt x="1246571" y="1756401"/>
                  <a:pt x="1283240" y="1786966"/>
                  <a:pt x="1327236" y="1798320"/>
                </a:cubicBezTo>
                <a:cubicBezTo>
                  <a:pt x="1442068" y="1827954"/>
                  <a:pt x="1560541" y="1841247"/>
                  <a:pt x="1677756" y="1859280"/>
                </a:cubicBezTo>
                <a:cubicBezTo>
                  <a:pt x="1966392" y="1903686"/>
                  <a:pt x="1809162" y="1886054"/>
                  <a:pt x="2150196" y="1905000"/>
                </a:cubicBezTo>
                <a:lnTo>
                  <a:pt x="2896956" y="2011680"/>
                </a:lnTo>
                <a:cubicBezTo>
                  <a:pt x="2993476" y="2026920"/>
                  <a:pt x="3091440" y="2034840"/>
                  <a:pt x="3186516" y="2057400"/>
                </a:cubicBezTo>
                <a:cubicBezTo>
                  <a:pt x="3391566" y="2106056"/>
                  <a:pt x="3607621" y="2130793"/>
                  <a:pt x="3796116" y="2225040"/>
                </a:cubicBezTo>
                <a:cubicBezTo>
                  <a:pt x="3857076" y="2255520"/>
                  <a:pt x="3920319" y="2281807"/>
                  <a:pt x="3978996" y="2316480"/>
                </a:cubicBezTo>
                <a:cubicBezTo>
                  <a:pt x="4032381" y="2348026"/>
                  <a:pt x="4081475" y="2386376"/>
                  <a:pt x="4131396" y="2423160"/>
                </a:cubicBezTo>
                <a:cubicBezTo>
                  <a:pt x="4268605" y="2524261"/>
                  <a:pt x="4284519" y="2539425"/>
                  <a:pt x="4405716" y="2667000"/>
                </a:cubicBezTo>
                <a:cubicBezTo>
                  <a:pt x="4457730" y="2721752"/>
                  <a:pt x="4513697" y="2773565"/>
                  <a:pt x="4558116" y="2834640"/>
                </a:cubicBezTo>
                <a:cubicBezTo>
                  <a:pt x="4595554" y="2886118"/>
                  <a:pt x="4619076" y="2946400"/>
                  <a:pt x="4649556" y="3002280"/>
                </a:cubicBezTo>
                <a:cubicBezTo>
                  <a:pt x="4685278" y="3163027"/>
                  <a:pt x="4696137" y="3191563"/>
                  <a:pt x="4710516" y="3383280"/>
                </a:cubicBezTo>
                <a:cubicBezTo>
                  <a:pt x="4734879" y="3708122"/>
                  <a:pt x="4735502" y="4034878"/>
                  <a:pt x="4771476" y="4358640"/>
                </a:cubicBezTo>
                <a:cubicBezTo>
                  <a:pt x="4776494" y="4403799"/>
                  <a:pt x="4810370" y="4440841"/>
                  <a:pt x="4832436" y="4480560"/>
                </a:cubicBezTo>
                <a:cubicBezTo>
                  <a:pt x="4913475" y="4626431"/>
                  <a:pt x="4942828" y="4683982"/>
                  <a:pt x="5091516" y="4785360"/>
                </a:cubicBezTo>
                <a:cubicBezTo>
                  <a:pt x="5142231" y="4819939"/>
                  <a:pt x="5201865" y="4839525"/>
                  <a:pt x="5259156" y="4861560"/>
                </a:cubicBezTo>
                <a:cubicBezTo>
                  <a:pt x="5494131" y="4951935"/>
                  <a:pt x="5492526" y="4938602"/>
                  <a:pt x="5746836" y="4983480"/>
                </a:cubicBezTo>
                <a:cubicBezTo>
                  <a:pt x="6371609" y="4962996"/>
                  <a:pt x="6537164" y="5013497"/>
                  <a:pt x="7026996" y="4876800"/>
                </a:cubicBezTo>
                <a:cubicBezTo>
                  <a:pt x="7264003" y="4810658"/>
                  <a:pt x="7405762" y="4732140"/>
                  <a:pt x="7636596" y="4648200"/>
                </a:cubicBezTo>
                <a:cubicBezTo>
                  <a:pt x="7869112" y="4563649"/>
                  <a:pt x="8091240" y="4426760"/>
                  <a:pt x="8337636" y="4404360"/>
                </a:cubicBezTo>
                <a:lnTo>
                  <a:pt x="8672916" y="4373880"/>
                </a:lnTo>
                <a:cubicBezTo>
                  <a:pt x="9026525" y="4400073"/>
                  <a:pt x="9193884" y="4391139"/>
                  <a:pt x="9541596" y="4511040"/>
                </a:cubicBezTo>
                <a:cubicBezTo>
                  <a:pt x="9689852" y="4562163"/>
                  <a:pt x="9829881" y="4635477"/>
                  <a:pt x="9968316" y="4709160"/>
                </a:cubicBezTo>
                <a:cubicBezTo>
                  <a:pt x="10145207" y="4803311"/>
                  <a:pt x="10332535" y="4885676"/>
                  <a:pt x="10486476" y="5013960"/>
                </a:cubicBezTo>
                <a:cubicBezTo>
                  <a:pt x="10846739" y="5314179"/>
                  <a:pt x="10502649" y="5051096"/>
                  <a:pt x="10821756" y="5242560"/>
                </a:cubicBezTo>
                <a:cubicBezTo>
                  <a:pt x="10874929" y="5274464"/>
                  <a:pt x="10916582" y="5326210"/>
                  <a:pt x="10974156" y="5349240"/>
                </a:cubicBezTo>
                <a:cubicBezTo>
                  <a:pt x="11095550" y="5397798"/>
                  <a:pt x="11304171" y="5401721"/>
                  <a:pt x="11431356" y="5410200"/>
                </a:cubicBezTo>
                <a:cubicBezTo>
                  <a:pt x="11543116" y="5374640"/>
                  <a:pt x="11666338" y="5364307"/>
                  <a:pt x="11766636" y="5303520"/>
                </a:cubicBezTo>
                <a:cubicBezTo>
                  <a:pt x="11840619" y="5258682"/>
                  <a:pt x="11882370" y="5174607"/>
                  <a:pt x="11934276" y="5105400"/>
                </a:cubicBezTo>
                <a:cubicBezTo>
                  <a:pt x="12124170" y="4852208"/>
                  <a:pt x="12191475" y="4664819"/>
                  <a:pt x="12421956" y="4495800"/>
                </a:cubicBezTo>
                <a:cubicBezTo>
                  <a:pt x="12519674" y="4424140"/>
                  <a:pt x="12609197" y="4327070"/>
                  <a:pt x="12726756" y="4297680"/>
                </a:cubicBezTo>
                <a:cubicBezTo>
                  <a:pt x="12767396" y="4287520"/>
                  <a:pt x="12807684" y="4275830"/>
                  <a:pt x="12848676" y="4267200"/>
                </a:cubicBezTo>
                <a:cubicBezTo>
                  <a:pt x="12904254" y="4255499"/>
                  <a:pt x="12961088" y="4249975"/>
                  <a:pt x="13016316" y="4236720"/>
                </a:cubicBezTo>
                <a:cubicBezTo>
                  <a:pt x="13088240" y="4219458"/>
                  <a:pt x="13157146" y="4190266"/>
                  <a:pt x="13229676" y="4175760"/>
                </a:cubicBezTo>
                <a:cubicBezTo>
                  <a:pt x="13309998" y="4159696"/>
                  <a:pt x="13392322" y="4156106"/>
                  <a:pt x="13473516" y="4145280"/>
                </a:cubicBezTo>
                <a:lnTo>
                  <a:pt x="13686876" y="4114800"/>
                </a:lnTo>
                <a:cubicBezTo>
                  <a:pt x="13742756" y="4084320"/>
                  <a:pt x="13809507" y="4068369"/>
                  <a:pt x="13854516" y="4023360"/>
                </a:cubicBezTo>
                <a:cubicBezTo>
                  <a:pt x="13987595" y="3890281"/>
                  <a:pt x="13961523" y="3684488"/>
                  <a:pt x="13976436" y="3520440"/>
                </a:cubicBezTo>
                <a:cubicBezTo>
                  <a:pt x="14004464" y="2875786"/>
                  <a:pt x="14006366" y="2984390"/>
                  <a:pt x="13976436" y="2011680"/>
                </a:cubicBezTo>
                <a:cubicBezTo>
                  <a:pt x="13967986" y="1737067"/>
                  <a:pt x="13959108" y="1461992"/>
                  <a:pt x="13930716" y="1188720"/>
                </a:cubicBezTo>
                <a:cubicBezTo>
                  <a:pt x="13918360" y="1069791"/>
                  <a:pt x="13885500" y="953685"/>
                  <a:pt x="13854516" y="838200"/>
                </a:cubicBezTo>
                <a:cubicBezTo>
                  <a:pt x="13806503" y="659242"/>
                  <a:pt x="13767526" y="508449"/>
                  <a:pt x="13625916" y="381000"/>
                </a:cubicBezTo>
                <a:cubicBezTo>
                  <a:pt x="13578604" y="338419"/>
                  <a:pt x="13516782" y="314634"/>
                  <a:pt x="13458276" y="289560"/>
                </a:cubicBezTo>
                <a:cubicBezTo>
                  <a:pt x="13367848" y="250805"/>
                  <a:pt x="13233435" y="228391"/>
                  <a:pt x="13138236" y="213360"/>
                </a:cubicBezTo>
                <a:cubicBezTo>
                  <a:pt x="12705350" y="145010"/>
                  <a:pt x="12475579" y="113678"/>
                  <a:pt x="11995236" y="91440"/>
                </a:cubicBezTo>
                <a:cubicBezTo>
                  <a:pt x="11690720" y="77342"/>
                  <a:pt x="11385609" y="82685"/>
                  <a:pt x="11080836" y="76200"/>
                </a:cubicBezTo>
                <a:cubicBezTo>
                  <a:pt x="8812783" y="27944"/>
                  <a:pt x="10906597" y="56429"/>
                  <a:pt x="8337636" y="30480"/>
                </a:cubicBezTo>
                <a:cubicBezTo>
                  <a:pt x="7966796" y="45720"/>
                  <a:pt x="7596242" y="71729"/>
                  <a:pt x="7225116" y="76200"/>
                </a:cubicBezTo>
                <a:lnTo>
                  <a:pt x="4786716" y="30480"/>
                </a:lnTo>
                <a:lnTo>
                  <a:pt x="2927436" y="0"/>
                </a:lnTo>
                <a:cubicBezTo>
                  <a:pt x="2509913" y="10706"/>
                  <a:pt x="2182974" y="8137"/>
                  <a:pt x="1769196" y="60960"/>
                </a:cubicBezTo>
                <a:cubicBezTo>
                  <a:pt x="1478409" y="98082"/>
                  <a:pt x="900516" y="198120"/>
                  <a:pt x="900516" y="198120"/>
                </a:cubicBezTo>
                <a:cubicBezTo>
                  <a:pt x="809076" y="228600"/>
                  <a:pt x="719186" y="264199"/>
                  <a:pt x="626196" y="289560"/>
                </a:cubicBezTo>
                <a:cubicBezTo>
                  <a:pt x="551225" y="310007"/>
                  <a:pt x="471965" y="312744"/>
                  <a:pt x="397596" y="335280"/>
                </a:cubicBezTo>
                <a:cubicBezTo>
                  <a:pt x="182961" y="400321"/>
                  <a:pt x="181051" y="407295"/>
                  <a:pt x="47076" y="487680"/>
                </a:cubicBezTo>
                <a:cubicBezTo>
                  <a:pt x="30013" y="513275"/>
                  <a:pt x="-7591" y="558574"/>
                  <a:pt x="1356" y="594360"/>
                </a:cubicBezTo>
                <a:cubicBezTo>
                  <a:pt x="16895" y="656515"/>
                  <a:pt x="72177" y="659205"/>
                  <a:pt x="108036" y="701040"/>
                </a:cubicBezTo>
                <a:cubicBezTo>
                  <a:pt x="122821" y="718289"/>
                  <a:pt x="85176" y="739140"/>
                  <a:pt x="108036" y="762000"/>
                </a:cubicBezTo>
                <a:close/>
              </a:path>
            </a:pathLst>
          </a:custGeom>
          <a:gradFill flip="none" rotWithShape="1">
            <a:gsLst>
              <a:gs pos="0">
                <a:schemeClr val="accent1">
                  <a:lumMod val="60000"/>
                  <a:lumOff val="40000"/>
                </a:schemeClr>
              </a:gs>
              <a:gs pos="50000">
                <a:schemeClr val="accent1">
                  <a:lumMod val="20000"/>
                  <a:lumOff val="80000"/>
                  <a:alpha val="42000"/>
                </a:schemeClr>
              </a:gs>
              <a:gs pos="100000">
                <a:schemeClr val="accent1">
                  <a:lumMod val="20000"/>
                  <a:lumOff val="80000"/>
                </a:scheme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580C875-9769-4F46-B4B3-175FCB1B258F}"/>
              </a:ext>
            </a:extLst>
          </p:cNvPr>
          <p:cNvSpPr txBox="1"/>
          <p:nvPr/>
        </p:nvSpPr>
        <p:spPr>
          <a:xfrm>
            <a:off x="393491" y="306741"/>
            <a:ext cx="5702509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4400" b="1" dirty="0">
                <a:latin typeface="Arial Black" panose="020B0A04020102020204" pitchFamily="34" charset="0"/>
              </a:rPr>
              <a:t>Что не успели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4371002-B093-425A-A425-20212DF6AF29}"/>
              </a:ext>
            </a:extLst>
          </p:cNvPr>
          <p:cNvSpPr txBox="1"/>
          <p:nvPr/>
        </p:nvSpPr>
        <p:spPr>
          <a:xfrm>
            <a:off x="393491" y="1076182"/>
            <a:ext cx="10549329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sz="2800" dirty="0">
                <a:latin typeface="Bahnschrift Light" panose="020B0502040204020203" pitchFamily="34" charset="0"/>
              </a:rPr>
              <a:t>Регистрацию</a:t>
            </a:r>
            <a:r>
              <a:rPr lang="en-US" sz="2800" dirty="0">
                <a:latin typeface="Bahnschrift Light" panose="020B0502040204020203" pitchFamily="34" charset="0"/>
              </a:rPr>
              <a:t>/</a:t>
            </a:r>
            <a:r>
              <a:rPr lang="ru-RU" sz="2800" dirty="0">
                <a:latin typeface="Bahnschrift Light" panose="020B0502040204020203" pitchFamily="34" charset="0"/>
              </a:rPr>
              <a:t>Авторизацию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sz="2800" dirty="0">
                <a:latin typeface="Bahnschrift Light" panose="020B0502040204020203" pitchFamily="34" charset="0"/>
              </a:rPr>
              <a:t>Более красивое оформление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sz="2800" dirty="0">
                <a:latin typeface="Bahnschrift Light" panose="020B0502040204020203" pitchFamily="34" charset="0"/>
              </a:rPr>
              <a:t>Кнопка "Добавить свою организацию«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sz="2800" dirty="0">
                <a:latin typeface="Bahnschrift Light" panose="020B0502040204020203" pitchFamily="34" charset="0"/>
              </a:rPr>
              <a:t>Личные кабинеты для админов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sz="2800" dirty="0">
                <a:latin typeface="Bahnschrift Light" panose="020B0502040204020203" pitchFamily="34" charset="0"/>
              </a:rPr>
              <a:t>Подробные инструкции для новых пользователей</a:t>
            </a:r>
          </a:p>
        </p:txBody>
      </p:sp>
      <p:pic>
        <p:nvPicPr>
          <p:cNvPr id="3083" name="Picture 11">
            <a:extLst>
              <a:ext uri="{FF2B5EF4-FFF2-40B4-BE49-F238E27FC236}">
                <a16:creationId xmlns:a16="http://schemas.microsoft.com/office/drawing/2014/main" id="{F8BE8D5D-D7EE-4E87-843D-801C3462F53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3604" b="94595" l="7605" r="94297">
                        <a14:foregroundMark x1="19392" y1="6306" x2="39163" y2="13514"/>
                        <a14:foregroundMark x1="39163" y1="13514" x2="53232" y2="11261"/>
                        <a14:foregroundMark x1="53232" y1="11261" x2="56274" y2="27027"/>
                        <a14:foregroundMark x1="56274" y1="27027" x2="55133" y2="51351"/>
                        <a14:foregroundMark x1="55133" y1="51351" x2="59696" y2="79279"/>
                        <a14:foregroundMark x1="59696" y1="79279" x2="73384" y2="87387"/>
                        <a14:foregroundMark x1="73384" y1="87387" x2="87833" y2="72973"/>
                        <a14:foregroundMark x1="87833" y1="72973" x2="83270" y2="87387"/>
                        <a14:foregroundMark x1="83270" y1="87387" x2="15970" y2="91441"/>
                        <a14:foregroundMark x1="15970" y1="91441" x2="22814" y2="69369"/>
                        <a14:foregroundMark x1="22814" y1="69369" x2="19011" y2="13514"/>
                        <a14:foregroundMark x1="13308" y1="85586" x2="16730" y2="95495"/>
                        <a14:foregroundMark x1="18251" y1="12613" x2="30418" y2="10811"/>
                        <a14:foregroundMark x1="18251" y1="4054" x2="16350" y2="38288"/>
                        <a14:foregroundMark x1="16350" y1="38288" x2="15970" y2="39189"/>
                        <a14:foregroundMark x1="7605" y1="86036" x2="8365" y2="94595"/>
                        <a14:foregroundMark x1="92395" y1="68468" x2="89734" y2="85135"/>
                        <a14:foregroundMark x1="89734" y1="85135" x2="89354" y2="86036"/>
                        <a14:foregroundMark x1="32319" y1="9459" x2="46008" y2="9459"/>
                        <a14:foregroundMark x1="46008" y1="9459" x2="49049" y2="10811"/>
                        <a14:foregroundMark x1="55513" y1="4505" x2="58175" y2="30180"/>
                        <a14:foregroundMark x1="59316" y1="13063" x2="59316" y2="35586"/>
                        <a14:foregroundMark x1="58175" y1="42342" x2="56654" y2="46396"/>
                        <a14:foregroundMark x1="15589" y1="4505" x2="15589" y2="19369"/>
                        <a14:foregroundMark x1="36882" y1="97297" x2="55513" y2="95045"/>
                        <a14:foregroundMark x1="55513" y1="95045" x2="65399" y2="86486"/>
                        <a14:foregroundMark x1="74525" y1="92342" x2="91255" y2="86937"/>
                        <a14:foregroundMark x1="91255" y1="86937" x2="94297" y2="73423"/>
                        <a14:foregroundMark x1="78707" y1="80180" x2="89354" y2="68919"/>
                        <a14:foregroundMark x1="57795" y1="54054" x2="64639" y2="81532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33531" y="3429000"/>
            <a:ext cx="3634954" cy="30682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907299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олилиния: фигура 6">
            <a:extLst>
              <a:ext uri="{FF2B5EF4-FFF2-40B4-BE49-F238E27FC236}">
                <a16:creationId xmlns:a16="http://schemas.microsoft.com/office/drawing/2014/main" id="{89F9F30A-D4B1-42ED-BB52-8A85DE98423D}"/>
              </a:ext>
            </a:extLst>
          </p:cNvPr>
          <p:cNvSpPr/>
          <p:nvPr/>
        </p:nvSpPr>
        <p:spPr>
          <a:xfrm>
            <a:off x="-351876" y="-960120"/>
            <a:ext cx="15241356" cy="6477000"/>
          </a:xfrm>
          <a:custGeom>
            <a:avLst/>
            <a:gdLst>
              <a:gd name="connsiteX0" fmla="*/ 108036 w 13998176"/>
              <a:gd name="connsiteY0" fmla="*/ 762000 h 5410200"/>
              <a:gd name="connsiteX1" fmla="*/ 245196 w 13998176"/>
              <a:gd name="connsiteY1" fmla="*/ 838200 h 5410200"/>
              <a:gd name="connsiteX2" fmla="*/ 428076 w 13998176"/>
              <a:gd name="connsiteY2" fmla="*/ 944880 h 5410200"/>
              <a:gd name="connsiteX3" fmla="*/ 534756 w 13998176"/>
              <a:gd name="connsiteY3" fmla="*/ 1021080 h 5410200"/>
              <a:gd name="connsiteX4" fmla="*/ 565236 w 13998176"/>
              <a:gd name="connsiteY4" fmla="*/ 1082040 h 5410200"/>
              <a:gd name="connsiteX5" fmla="*/ 687156 w 13998176"/>
              <a:gd name="connsiteY5" fmla="*/ 1188720 h 5410200"/>
              <a:gd name="connsiteX6" fmla="*/ 778596 w 13998176"/>
              <a:gd name="connsiteY6" fmla="*/ 1310640 h 5410200"/>
              <a:gd name="connsiteX7" fmla="*/ 870036 w 13998176"/>
              <a:gd name="connsiteY7" fmla="*/ 1371600 h 5410200"/>
              <a:gd name="connsiteX8" fmla="*/ 961476 w 13998176"/>
              <a:gd name="connsiteY8" fmla="*/ 1493520 h 5410200"/>
              <a:gd name="connsiteX9" fmla="*/ 1052916 w 13998176"/>
              <a:gd name="connsiteY9" fmla="*/ 1615440 h 5410200"/>
              <a:gd name="connsiteX10" fmla="*/ 1129116 w 13998176"/>
              <a:gd name="connsiteY10" fmla="*/ 1706880 h 5410200"/>
              <a:gd name="connsiteX11" fmla="*/ 1205316 w 13998176"/>
              <a:gd name="connsiteY11" fmla="*/ 1737360 h 5410200"/>
              <a:gd name="connsiteX12" fmla="*/ 1327236 w 13998176"/>
              <a:gd name="connsiteY12" fmla="*/ 1798320 h 5410200"/>
              <a:gd name="connsiteX13" fmla="*/ 1677756 w 13998176"/>
              <a:gd name="connsiteY13" fmla="*/ 1859280 h 5410200"/>
              <a:gd name="connsiteX14" fmla="*/ 2150196 w 13998176"/>
              <a:gd name="connsiteY14" fmla="*/ 1905000 h 5410200"/>
              <a:gd name="connsiteX15" fmla="*/ 2896956 w 13998176"/>
              <a:gd name="connsiteY15" fmla="*/ 2011680 h 5410200"/>
              <a:gd name="connsiteX16" fmla="*/ 3186516 w 13998176"/>
              <a:gd name="connsiteY16" fmla="*/ 2057400 h 5410200"/>
              <a:gd name="connsiteX17" fmla="*/ 3796116 w 13998176"/>
              <a:gd name="connsiteY17" fmla="*/ 2225040 h 5410200"/>
              <a:gd name="connsiteX18" fmla="*/ 3978996 w 13998176"/>
              <a:gd name="connsiteY18" fmla="*/ 2316480 h 5410200"/>
              <a:gd name="connsiteX19" fmla="*/ 4131396 w 13998176"/>
              <a:gd name="connsiteY19" fmla="*/ 2423160 h 5410200"/>
              <a:gd name="connsiteX20" fmla="*/ 4405716 w 13998176"/>
              <a:gd name="connsiteY20" fmla="*/ 2667000 h 5410200"/>
              <a:gd name="connsiteX21" fmla="*/ 4558116 w 13998176"/>
              <a:gd name="connsiteY21" fmla="*/ 2834640 h 5410200"/>
              <a:gd name="connsiteX22" fmla="*/ 4649556 w 13998176"/>
              <a:gd name="connsiteY22" fmla="*/ 3002280 h 5410200"/>
              <a:gd name="connsiteX23" fmla="*/ 4710516 w 13998176"/>
              <a:gd name="connsiteY23" fmla="*/ 3383280 h 5410200"/>
              <a:gd name="connsiteX24" fmla="*/ 4771476 w 13998176"/>
              <a:gd name="connsiteY24" fmla="*/ 4358640 h 5410200"/>
              <a:gd name="connsiteX25" fmla="*/ 4832436 w 13998176"/>
              <a:gd name="connsiteY25" fmla="*/ 4480560 h 5410200"/>
              <a:gd name="connsiteX26" fmla="*/ 5091516 w 13998176"/>
              <a:gd name="connsiteY26" fmla="*/ 4785360 h 5410200"/>
              <a:gd name="connsiteX27" fmla="*/ 5259156 w 13998176"/>
              <a:gd name="connsiteY27" fmla="*/ 4861560 h 5410200"/>
              <a:gd name="connsiteX28" fmla="*/ 5746836 w 13998176"/>
              <a:gd name="connsiteY28" fmla="*/ 4983480 h 5410200"/>
              <a:gd name="connsiteX29" fmla="*/ 7026996 w 13998176"/>
              <a:gd name="connsiteY29" fmla="*/ 4876800 h 5410200"/>
              <a:gd name="connsiteX30" fmla="*/ 7636596 w 13998176"/>
              <a:gd name="connsiteY30" fmla="*/ 4648200 h 5410200"/>
              <a:gd name="connsiteX31" fmla="*/ 8337636 w 13998176"/>
              <a:gd name="connsiteY31" fmla="*/ 4404360 h 5410200"/>
              <a:gd name="connsiteX32" fmla="*/ 8672916 w 13998176"/>
              <a:gd name="connsiteY32" fmla="*/ 4373880 h 5410200"/>
              <a:gd name="connsiteX33" fmla="*/ 9541596 w 13998176"/>
              <a:gd name="connsiteY33" fmla="*/ 4511040 h 5410200"/>
              <a:gd name="connsiteX34" fmla="*/ 9968316 w 13998176"/>
              <a:gd name="connsiteY34" fmla="*/ 4709160 h 5410200"/>
              <a:gd name="connsiteX35" fmla="*/ 10486476 w 13998176"/>
              <a:gd name="connsiteY35" fmla="*/ 5013960 h 5410200"/>
              <a:gd name="connsiteX36" fmla="*/ 10821756 w 13998176"/>
              <a:gd name="connsiteY36" fmla="*/ 5242560 h 5410200"/>
              <a:gd name="connsiteX37" fmla="*/ 10974156 w 13998176"/>
              <a:gd name="connsiteY37" fmla="*/ 5349240 h 5410200"/>
              <a:gd name="connsiteX38" fmla="*/ 11431356 w 13998176"/>
              <a:gd name="connsiteY38" fmla="*/ 5410200 h 5410200"/>
              <a:gd name="connsiteX39" fmla="*/ 11766636 w 13998176"/>
              <a:gd name="connsiteY39" fmla="*/ 5303520 h 5410200"/>
              <a:gd name="connsiteX40" fmla="*/ 11934276 w 13998176"/>
              <a:gd name="connsiteY40" fmla="*/ 5105400 h 5410200"/>
              <a:gd name="connsiteX41" fmla="*/ 12421956 w 13998176"/>
              <a:gd name="connsiteY41" fmla="*/ 4495800 h 5410200"/>
              <a:gd name="connsiteX42" fmla="*/ 12726756 w 13998176"/>
              <a:gd name="connsiteY42" fmla="*/ 4297680 h 5410200"/>
              <a:gd name="connsiteX43" fmla="*/ 12848676 w 13998176"/>
              <a:gd name="connsiteY43" fmla="*/ 4267200 h 5410200"/>
              <a:gd name="connsiteX44" fmla="*/ 13016316 w 13998176"/>
              <a:gd name="connsiteY44" fmla="*/ 4236720 h 5410200"/>
              <a:gd name="connsiteX45" fmla="*/ 13229676 w 13998176"/>
              <a:gd name="connsiteY45" fmla="*/ 4175760 h 5410200"/>
              <a:gd name="connsiteX46" fmla="*/ 13473516 w 13998176"/>
              <a:gd name="connsiteY46" fmla="*/ 4145280 h 5410200"/>
              <a:gd name="connsiteX47" fmla="*/ 13686876 w 13998176"/>
              <a:gd name="connsiteY47" fmla="*/ 4114800 h 5410200"/>
              <a:gd name="connsiteX48" fmla="*/ 13854516 w 13998176"/>
              <a:gd name="connsiteY48" fmla="*/ 4023360 h 5410200"/>
              <a:gd name="connsiteX49" fmla="*/ 13976436 w 13998176"/>
              <a:gd name="connsiteY49" fmla="*/ 3520440 h 5410200"/>
              <a:gd name="connsiteX50" fmla="*/ 13976436 w 13998176"/>
              <a:gd name="connsiteY50" fmla="*/ 2011680 h 5410200"/>
              <a:gd name="connsiteX51" fmla="*/ 13930716 w 13998176"/>
              <a:gd name="connsiteY51" fmla="*/ 1188720 h 5410200"/>
              <a:gd name="connsiteX52" fmla="*/ 13854516 w 13998176"/>
              <a:gd name="connsiteY52" fmla="*/ 838200 h 5410200"/>
              <a:gd name="connsiteX53" fmla="*/ 13625916 w 13998176"/>
              <a:gd name="connsiteY53" fmla="*/ 381000 h 5410200"/>
              <a:gd name="connsiteX54" fmla="*/ 13458276 w 13998176"/>
              <a:gd name="connsiteY54" fmla="*/ 289560 h 5410200"/>
              <a:gd name="connsiteX55" fmla="*/ 13138236 w 13998176"/>
              <a:gd name="connsiteY55" fmla="*/ 213360 h 5410200"/>
              <a:gd name="connsiteX56" fmla="*/ 11995236 w 13998176"/>
              <a:gd name="connsiteY56" fmla="*/ 91440 h 5410200"/>
              <a:gd name="connsiteX57" fmla="*/ 11080836 w 13998176"/>
              <a:gd name="connsiteY57" fmla="*/ 76200 h 5410200"/>
              <a:gd name="connsiteX58" fmla="*/ 8337636 w 13998176"/>
              <a:gd name="connsiteY58" fmla="*/ 30480 h 5410200"/>
              <a:gd name="connsiteX59" fmla="*/ 7225116 w 13998176"/>
              <a:gd name="connsiteY59" fmla="*/ 76200 h 5410200"/>
              <a:gd name="connsiteX60" fmla="*/ 4786716 w 13998176"/>
              <a:gd name="connsiteY60" fmla="*/ 30480 h 5410200"/>
              <a:gd name="connsiteX61" fmla="*/ 2927436 w 13998176"/>
              <a:gd name="connsiteY61" fmla="*/ 0 h 5410200"/>
              <a:gd name="connsiteX62" fmla="*/ 1769196 w 13998176"/>
              <a:gd name="connsiteY62" fmla="*/ 60960 h 5410200"/>
              <a:gd name="connsiteX63" fmla="*/ 900516 w 13998176"/>
              <a:gd name="connsiteY63" fmla="*/ 198120 h 5410200"/>
              <a:gd name="connsiteX64" fmla="*/ 626196 w 13998176"/>
              <a:gd name="connsiteY64" fmla="*/ 289560 h 5410200"/>
              <a:gd name="connsiteX65" fmla="*/ 397596 w 13998176"/>
              <a:gd name="connsiteY65" fmla="*/ 335280 h 5410200"/>
              <a:gd name="connsiteX66" fmla="*/ 47076 w 13998176"/>
              <a:gd name="connsiteY66" fmla="*/ 487680 h 5410200"/>
              <a:gd name="connsiteX67" fmla="*/ 1356 w 13998176"/>
              <a:gd name="connsiteY67" fmla="*/ 594360 h 5410200"/>
              <a:gd name="connsiteX68" fmla="*/ 108036 w 13998176"/>
              <a:gd name="connsiteY68" fmla="*/ 701040 h 5410200"/>
              <a:gd name="connsiteX69" fmla="*/ 108036 w 13998176"/>
              <a:gd name="connsiteY69" fmla="*/ 762000 h 5410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</a:cxnLst>
            <a:rect l="l" t="t" r="r" b="b"/>
            <a:pathLst>
              <a:path w="13998176" h="5410200">
                <a:moveTo>
                  <a:pt x="108036" y="762000"/>
                </a:moveTo>
                <a:cubicBezTo>
                  <a:pt x="130896" y="784860"/>
                  <a:pt x="100217" y="751212"/>
                  <a:pt x="245196" y="838200"/>
                </a:cubicBezTo>
                <a:cubicBezTo>
                  <a:pt x="369616" y="912852"/>
                  <a:pt x="308050" y="851527"/>
                  <a:pt x="428076" y="944880"/>
                </a:cubicBezTo>
                <a:cubicBezTo>
                  <a:pt x="539288" y="1031378"/>
                  <a:pt x="402418" y="954911"/>
                  <a:pt x="534756" y="1021080"/>
                </a:cubicBezTo>
                <a:cubicBezTo>
                  <a:pt x="544916" y="1041400"/>
                  <a:pt x="551605" y="1063865"/>
                  <a:pt x="565236" y="1082040"/>
                </a:cubicBezTo>
                <a:cubicBezTo>
                  <a:pt x="599059" y="1127137"/>
                  <a:pt x="643067" y="1155654"/>
                  <a:pt x="687156" y="1188720"/>
                </a:cubicBezTo>
                <a:cubicBezTo>
                  <a:pt x="721059" y="1245225"/>
                  <a:pt x="728597" y="1271752"/>
                  <a:pt x="778596" y="1310640"/>
                </a:cubicBezTo>
                <a:cubicBezTo>
                  <a:pt x="807512" y="1333130"/>
                  <a:pt x="870036" y="1371600"/>
                  <a:pt x="870036" y="1371600"/>
                </a:cubicBezTo>
                <a:cubicBezTo>
                  <a:pt x="972656" y="1542634"/>
                  <a:pt x="861478" y="1371300"/>
                  <a:pt x="961476" y="1493520"/>
                </a:cubicBezTo>
                <a:cubicBezTo>
                  <a:pt x="993644" y="1532837"/>
                  <a:pt x="1021531" y="1575495"/>
                  <a:pt x="1052916" y="1615440"/>
                </a:cubicBezTo>
                <a:cubicBezTo>
                  <a:pt x="1077429" y="1646638"/>
                  <a:pt x="1092278" y="1692145"/>
                  <a:pt x="1129116" y="1706880"/>
                </a:cubicBezTo>
                <a:cubicBezTo>
                  <a:pt x="1154516" y="1717040"/>
                  <a:pt x="1180477" y="1725896"/>
                  <a:pt x="1205316" y="1737360"/>
                </a:cubicBezTo>
                <a:cubicBezTo>
                  <a:pt x="1246571" y="1756401"/>
                  <a:pt x="1283240" y="1786966"/>
                  <a:pt x="1327236" y="1798320"/>
                </a:cubicBezTo>
                <a:cubicBezTo>
                  <a:pt x="1442068" y="1827954"/>
                  <a:pt x="1560541" y="1841247"/>
                  <a:pt x="1677756" y="1859280"/>
                </a:cubicBezTo>
                <a:cubicBezTo>
                  <a:pt x="1966392" y="1903686"/>
                  <a:pt x="1809162" y="1886054"/>
                  <a:pt x="2150196" y="1905000"/>
                </a:cubicBezTo>
                <a:lnTo>
                  <a:pt x="2896956" y="2011680"/>
                </a:lnTo>
                <a:cubicBezTo>
                  <a:pt x="2993476" y="2026920"/>
                  <a:pt x="3091440" y="2034840"/>
                  <a:pt x="3186516" y="2057400"/>
                </a:cubicBezTo>
                <a:cubicBezTo>
                  <a:pt x="3391566" y="2106056"/>
                  <a:pt x="3607621" y="2130793"/>
                  <a:pt x="3796116" y="2225040"/>
                </a:cubicBezTo>
                <a:cubicBezTo>
                  <a:pt x="3857076" y="2255520"/>
                  <a:pt x="3920319" y="2281807"/>
                  <a:pt x="3978996" y="2316480"/>
                </a:cubicBezTo>
                <a:cubicBezTo>
                  <a:pt x="4032381" y="2348026"/>
                  <a:pt x="4081475" y="2386376"/>
                  <a:pt x="4131396" y="2423160"/>
                </a:cubicBezTo>
                <a:cubicBezTo>
                  <a:pt x="4268605" y="2524261"/>
                  <a:pt x="4284519" y="2539425"/>
                  <a:pt x="4405716" y="2667000"/>
                </a:cubicBezTo>
                <a:cubicBezTo>
                  <a:pt x="4457730" y="2721752"/>
                  <a:pt x="4513697" y="2773565"/>
                  <a:pt x="4558116" y="2834640"/>
                </a:cubicBezTo>
                <a:cubicBezTo>
                  <a:pt x="4595554" y="2886118"/>
                  <a:pt x="4619076" y="2946400"/>
                  <a:pt x="4649556" y="3002280"/>
                </a:cubicBezTo>
                <a:cubicBezTo>
                  <a:pt x="4685278" y="3163027"/>
                  <a:pt x="4696137" y="3191563"/>
                  <a:pt x="4710516" y="3383280"/>
                </a:cubicBezTo>
                <a:cubicBezTo>
                  <a:pt x="4734879" y="3708122"/>
                  <a:pt x="4735502" y="4034878"/>
                  <a:pt x="4771476" y="4358640"/>
                </a:cubicBezTo>
                <a:cubicBezTo>
                  <a:pt x="4776494" y="4403799"/>
                  <a:pt x="4810370" y="4440841"/>
                  <a:pt x="4832436" y="4480560"/>
                </a:cubicBezTo>
                <a:cubicBezTo>
                  <a:pt x="4913475" y="4626431"/>
                  <a:pt x="4942828" y="4683982"/>
                  <a:pt x="5091516" y="4785360"/>
                </a:cubicBezTo>
                <a:cubicBezTo>
                  <a:pt x="5142231" y="4819939"/>
                  <a:pt x="5201865" y="4839525"/>
                  <a:pt x="5259156" y="4861560"/>
                </a:cubicBezTo>
                <a:cubicBezTo>
                  <a:pt x="5494131" y="4951935"/>
                  <a:pt x="5492526" y="4938602"/>
                  <a:pt x="5746836" y="4983480"/>
                </a:cubicBezTo>
                <a:cubicBezTo>
                  <a:pt x="6371609" y="4962996"/>
                  <a:pt x="6537164" y="5013497"/>
                  <a:pt x="7026996" y="4876800"/>
                </a:cubicBezTo>
                <a:cubicBezTo>
                  <a:pt x="7264003" y="4810658"/>
                  <a:pt x="7405762" y="4732140"/>
                  <a:pt x="7636596" y="4648200"/>
                </a:cubicBezTo>
                <a:cubicBezTo>
                  <a:pt x="7869112" y="4563649"/>
                  <a:pt x="8091240" y="4426760"/>
                  <a:pt x="8337636" y="4404360"/>
                </a:cubicBezTo>
                <a:lnTo>
                  <a:pt x="8672916" y="4373880"/>
                </a:lnTo>
                <a:cubicBezTo>
                  <a:pt x="9026525" y="4400073"/>
                  <a:pt x="9193884" y="4391139"/>
                  <a:pt x="9541596" y="4511040"/>
                </a:cubicBezTo>
                <a:cubicBezTo>
                  <a:pt x="9689852" y="4562163"/>
                  <a:pt x="9829881" y="4635477"/>
                  <a:pt x="9968316" y="4709160"/>
                </a:cubicBezTo>
                <a:cubicBezTo>
                  <a:pt x="10145207" y="4803311"/>
                  <a:pt x="10332535" y="4885676"/>
                  <a:pt x="10486476" y="5013960"/>
                </a:cubicBezTo>
                <a:cubicBezTo>
                  <a:pt x="10846739" y="5314179"/>
                  <a:pt x="10502649" y="5051096"/>
                  <a:pt x="10821756" y="5242560"/>
                </a:cubicBezTo>
                <a:cubicBezTo>
                  <a:pt x="10874929" y="5274464"/>
                  <a:pt x="10916582" y="5326210"/>
                  <a:pt x="10974156" y="5349240"/>
                </a:cubicBezTo>
                <a:cubicBezTo>
                  <a:pt x="11095550" y="5397798"/>
                  <a:pt x="11304171" y="5401721"/>
                  <a:pt x="11431356" y="5410200"/>
                </a:cubicBezTo>
                <a:cubicBezTo>
                  <a:pt x="11543116" y="5374640"/>
                  <a:pt x="11666338" y="5364307"/>
                  <a:pt x="11766636" y="5303520"/>
                </a:cubicBezTo>
                <a:cubicBezTo>
                  <a:pt x="11840619" y="5258682"/>
                  <a:pt x="11882370" y="5174607"/>
                  <a:pt x="11934276" y="5105400"/>
                </a:cubicBezTo>
                <a:cubicBezTo>
                  <a:pt x="12124170" y="4852208"/>
                  <a:pt x="12191475" y="4664819"/>
                  <a:pt x="12421956" y="4495800"/>
                </a:cubicBezTo>
                <a:cubicBezTo>
                  <a:pt x="12519674" y="4424140"/>
                  <a:pt x="12609197" y="4327070"/>
                  <a:pt x="12726756" y="4297680"/>
                </a:cubicBezTo>
                <a:cubicBezTo>
                  <a:pt x="12767396" y="4287520"/>
                  <a:pt x="12807684" y="4275830"/>
                  <a:pt x="12848676" y="4267200"/>
                </a:cubicBezTo>
                <a:cubicBezTo>
                  <a:pt x="12904254" y="4255499"/>
                  <a:pt x="12961088" y="4249975"/>
                  <a:pt x="13016316" y="4236720"/>
                </a:cubicBezTo>
                <a:cubicBezTo>
                  <a:pt x="13088240" y="4219458"/>
                  <a:pt x="13157146" y="4190266"/>
                  <a:pt x="13229676" y="4175760"/>
                </a:cubicBezTo>
                <a:cubicBezTo>
                  <a:pt x="13309998" y="4159696"/>
                  <a:pt x="13392322" y="4156106"/>
                  <a:pt x="13473516" y="4145280"/>
                </a:cubicBezTo>
                <a:lnTo>
                  <a:pt x="13686876" y="4114800"/>
                </a:lnTo>
                <a:cubicBezTo>
                  <a:pt x="13742756" y="4084320"/>
                  <a:pt x="13809507" y="4068369"/>
                  <a:pt x="13854516" y="4023360"/>
                </a:cubicBezTo>
                <a:cubicBezTo>
                  <a:pt x="13987595" y="3890281"/>
                  <a:pt x="13961523" y="3684488"/>
                  <a:pt x="13976436" y="3520440"/>
                </a:cubicBezTo>
                <a:cubicBezTo>
                  <a:pt x="14004464" y="2875786"/>
                  <a:pt x="14006366" y="2984390"/>
                  <a:pt x="13976436" y="2011680"/>
                </a:cubicBezTo>
                <a:cubicBezTo>
                  <a:pt x="13967986" y="1737067"/>
                  <a:pt x="13959108" y="1461992"/>
                  <a:pt x="13930716" y="1188720"/>
                </a:cubicBezTo>
                <a:cubicBezTo>
                  <a:pt x="13918360" y="1069791"/>
                  <a:pt x="13885500" y="953685"/>
                  <a:pt x="13854516" y="838200"/>
                </a:cubicBezTo>
                <a:cubicBezTo>
                  <a:pt x="13806503" y="659242"/>
                  <a:pt x="13767526" y="508449"/>
                  <a:pt x="13625916" y="381000"/>
                </a:cubicBezTo>
                <a:cubicBezTo>
                  <a:pt x="13578604" y="338419"/>
                  <a:pt x="13516782" y="314634"/>
                  <a:pt x="13458276" y="289560"/>
                </a:cubicBezTo>
                <a:cubicBezTo>
                  <a:pt x="13367848" y="250805"/>
                  <a:pt x="13233435" y="228391"/>
                  <a:pt x="13138236" y="213360"/>
                </a:cubicBezTo>
                <a:cubicBezTo>
                  <a:pt x="12705350" y="145010"/>
                  <a:pt x="12475579" y="113678"/>
                  <a:pt x="11995236" y="91440"/>
                </a:cubicBezTo>
                <a:cubicBezTo>
                  <a:pt x="11690720" y="77342"/>
                  <a:pt x="11385609" y="82685"/>
                  <a:pt x="11080836" y="76200"/>
                </a:cubicBezTo>
                <a:cubicBezTo>
                  <a:pt x="8812783" y="27944"/>
                  <a:pt x="10906597" y="56429"/>
                  <a:pt x="8337636" y="30480"/>
                </a:cubicBezTo>
                <a:cubicBezTo>
                  <a:pt x="7966796" y="45720"/>
                  <a:pt x="7596242" y="71729"/>
                  <a:pt x="7225116" y="76200"/>
                </a:cubicBezTo>
                <a:lnTo>
                  <a:pt x="4786716" y="30480"/>
                </a:lnTo>
                <a:lnTo>
                  <a:pt x="2927436" y="0"/>
                </a:lnTo>
                <a:cubicBezTo>
                  <a:pt x="2509913" y="10706"/>
                  <a:pt x="2182974" y="8137"/>
                  <a:pt x="1769196" y="60960"/>
                </a:cubicBezTo>
                <a:cubicBezTo>
                  <a:pt x="1478409" y="98082"/>
                  <a:pt x="900516" y="198120"/>
                  <a:pt x="900516" y="198120"/>
                </a:cubicBezTo>
                <a:cubicBezTo>
                  <a:pt x="809076" y="228600"/>
                  <a:pt x="719186" y="264199"/>
                  <a:pt x="626196" y="289560"/>
                </a:cubicBezTo>
                <a:cubicBezTo>
                  <a:pt x="551225" y="310007"/>
                  <a:pt x="471965" y="312744"/>
                  <a:pt x="397596" y="335280"/>
                </a:cubicBezTo>
                <a:cubicBezTo>
                  <a:pt x="182961" y="400321"/>
                  <a:pt x="181051" y="407295"/>
                  <a:pt x="47076" y="487680"/>
                </a:cubicBezTo>
                <a:cubicBezTo>
                  <a:pt x="30013" y="513275"/>
                  <a:pt x="-7591" y="558574"/>
                  <a:pt x="1356" y="594360"/>
                </a:cubicBezTo>
                <a:cubicBezTo>
                  <a:pt x="16895" y="656515"/>
                  <a:pt x="72177" y="659205"/>
                  <a:pt x="108036" y="701040"/>
                </a:cubicBezTo>
                <a:cubicBezTo>
                  <a:pt x="122821" y="718289"/>
                  <a:pt x="85176" y="739140"/>
                  <a:pt x="108036" y="762000"/>
                </a:cubicBezTo>
                <a:close/>
              </a:path>
            </a:pathLst>
          </a:custGeom>
          <a:gradFill flip="none" rotWithShape="1">
            <a:gsLst>
              <a:gs pos="0">
                <a:schemeClr val="accent1">
                  <a:lumMod val="60000"/>
                  <a:lumOff val="40000"/>
                </a:schemeClr>
              </a:gs>
              <a:gs pos="50000">
                <a:schemeClr val="accent1">
                  <a:lumMod val="20000"/>
                  <a:lumOff val="80000"/>
                  <a:alpha val="42000"/>
                </a:schemeClr>
              </a:gs>
              <a:gs pos="100000">
                <a:schemeClr val="accent1">
                  <a:lumMod val="20000"/>
                  <a:lumOff val="80000"/>
                </a:scheme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5122" name="Picture 2">
            <a:extLst>
              <a:ext uri="{FF2B5EF4-FFF2-40B4-BE49-F238E27FC236}">
                <a16:creationId xmlns:a16="http://schemas.microsoft.com/office/drawing/2014/main" id="{F1A22FB5-6711-4CA9-92AC-AD11E9B258C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alphaModFix amt="82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0000" l="10000" r="90000">
                        <a14:foregroundMark x1="27038" y1="50820" x2="27038" y2="50820"/>
                        <a14:foregroundMark x1="38179" y1="38934" x2="38179" y2="38934"/>
                        <a14:foregroundMark x1="52582" y1="47268" x2="52582" y2="47268"/>
                        <a14:foregroundMark x1="57065" y1="41393" x2="57065" y2="41393"/>
                        <a14:foregroundMark x1="58560" y1="35929" x2="58560" y2="35929"/>
                        <a14:foregroundMark x1="67120" y1="41803" x2="67120" y2="41803"/>
                        <a14:foregroundMark x1="71332" y1="62158" x2="71332" y2="62158"/>
                        <a14:foregroundMark x1="71060" y1="58197" x2="71060" y2="58197"/>
                        <a14:foregroundMark x1="60190" y1="59699" x2="60190" y2="59699"/>
                        <a14:foregroundMark x1="38587" y1="61339" x2="38587" y2="61339"/>
                        <a14:foregroundMark x1="28533" y1="64891" x2="28533" y2="64891"/>
                        <a14:foregroundMark x1="27446" y1="61339" x2="27446" y2="61339"/>
                        <a14:backgroundMark x1="55707" y1="36612" x2="55707" y2="36612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75853" y="555292"/>
            <a:ext cx="7310924" cy="72705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0AB8DB3-22BC-4984-9731-4B423F93706E}"/>
              </a:ext>
            </a:extLst>
          </p:cNvPr>
          <p:cNvSpPr txBox="1"/>
          <p:nvPr/>
        </p:nvSpPr>
        <p:spPr>
          <a:xfrm>
            <a:off x="393491" y="306741"/>
            <a:ext cx="8545236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4400" b="1" dirty="0">
                <a:latin typeface="Arial Black" panose="020B0A04020102020204" pitchFamily="34" charset="0"/>
              </a:rPr>
              <a:t>Что бы хотели добавить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3138EA4-89B2-4D04-9A9A-97C9DC732A42}"/>
              </a:ext>
            </a:extLst>
          </p:cNvPr>
          <p:cNvSpPr txBox="1"/>
          <p:nvPr/>
        </p:nvSpPr>
        <p:spPr>
          <a:xfrm>
            <a:off x="393491" y="1076182"/>
            <a:ext cx="10549329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sz="2800" dirty="0">
                <a:latin typeface="Bahnschrift Light" panose="020B0502040204020203" pitchFamily="34" charset="0"/>
              </a:rPr>
              <a:t>ИИ-поиск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sz="2800" dirty="0">
                <a:latin typeface="Bahnschrift Light" panose="020B0502040204020203" pitchFamily="34" charset="0"/>
              </a:rPr>
              <a:t>Альбомы мероприятий</a:t>
            </a:r>
            <a:r>
              <a:rPr lang="en-US" sz="2800" dirty="0">
                <a:latin typeface="Bahnschrift Light" panose="020B0502040204020203" pitchFamily="34" charset="0"/>
              </a:rPr>
              <a:t> (</a:t>
            </a:r>
            <a:r>
              <a:rPr lang="ru-RU" sz="2800" dirty="0">
                <a:latin typeface="Bahnschrift Light" panose="020B0502040204020203" pitchFamily="34" charset="0"/>
              </a:rPr>
              <a:t>фотоотчёты и анонсы событий</a:t>
            </a:r>
            <a:r>
              <a:rPr lang="en-US" sz="2800" dirty="0">
                <a:latin typeface="Bahnschrift Light" panose="020B0502040204020203" pitchFamily="34" charset="0"/>
              </a:rPr>
              <a:t>)</a:t>
            </a:r>
            <a:endParaRPr lang="ru-RU" sz="2800" dirty="0">
              <a:latin typeface="Bahnschrift Light" panose="020B0502040204020203" pitchFamily="34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sz="2800" dirty="0">
                <a:latin typeface="Bahnschrift Light" panose="020B0502040204020203" pitchFamily="34" charset="0"/>
              </a:rPr>
              <a:t>Ещё более красивое оформление</a:t>
            </a:r>
            <a:endParaRPr lang="en-US" sz="2800" dirty="0">
              <a:latin typeface="Bahnschrift Ligh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599065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Полилиния: фигура 7">
            <a:extLst>
              <a:ext uri="{FF2B5EF4-FFF2-40B4-BE49-F238E27FC236}">
                <a16:creationId xmlns:a16="http://schemas.microsoft.com/office/drawing/2014/main" id="{4F7E2890-BCBC-4179-83ED-92BD6798E554}"/>
              </a:ext>
            </a:extLst>
          </p:cNvPr>
          <p:cNvSpPr/>
          <p:nvPr/>
        </p:nvSpPr>
        <p:spPr>
          <a:xfrm>
            <a:off x="-351876" y="-960120"/>
            <a:ext cx="15241356" cy="6477000"/>
          </a:xfrm>
          <a:custGeom>
            <a:avLst/>
            <a:gdLst>
              <a:gd name="connsiteX0" fmla="*/ 108036 w 13998176"/>
              <a:gd name="connsiteY0" fmla="*/ 762000 h 5410200"/>
              <a:gd name="connsiteX1" fmla="*/ 245196 w 13998176"/>
              <a:gd name="connsiteY1" fmla="*/ 838200 h 5410200"/>
              <a:gd name="connsiteX2" fmla="*/ 428076 w 13998176"/>
              <a:gd name="connsiteY2" fmla="*/ 944880 h 5410200"/>
              <a:gd name="connsiteX3" fmla="*/ 534756 w 13998176"/>
              <a:gd name="connsiteY3" fmla="*/ 1021080 h 5410200"/>
              <a:gd name="connsiteX4" fmla="*/ 565236 w 13998176"/>
              <a:gd name="connsiteY4" fmla="*/ 1082040 h 5410200"/>
              <a:gd name="connsiteX5" fmla="*/ 687156 w 13998176"/>
              <a:gd name="connsiteY5" fmla="*/ 1188720 h 5410200"/>
              <a:gd name="connsiteX6" fmla="*/ 778596 w 13998176"/>
              <a:gd name="connsiteY6" fmla="*/ 1310640 h 5410200"/>
              <a:gd name="connsiteX7" fmla="*/ 870036 w 13998176"/>
              <a:gd name="connsiteY7" fmla="*/ 1371600 h 5410200"/>
              <a:gd name="connsiteX8" fmla="*/ 961476 w 13998176"/>
              <a:gd name="connsiteY8" fmla="*/ 1493520 h 5410200"/>
              <a:gd name="connsiteX9" fmla="*/ 1052916 w 13998176"/>
              <a:gd name="connsiteY9" fmla="*/ 1615440 h 5410200"/>
              <a:gd name="connsiteX10" fmla="*/ 1129116 w 13998176"/>
              <a:gd name="connsiteY10" fmla="*/ 1706880 h 5410200"/>
              <a:gd name="connsiteX11" fmla="*/ 1205316 w 13998176"/>
              <a:gd name="connsiteY11" fmla="*/ 1737360 h 5410200"/>
              <a:gd name="connsiteX12" fmla="*/ 1327236 w 13998176"/>
              <a:gd name="connsiteY12" fmla="*/ 1798320 h 5410200"/>
              <a:gd name="connsiteX13" fmla="*/ 1677756 w 13998176"/>
              <a:gd name="connsiteY13" fmla="*/ 1859280 h 5410200"/>
              <a:gd name="connsiteX14" fmla="*/ 2150196 w 13998176"/>
              <a:gd name="connsiteY14" fmla="*/ 1905000 h 5410200"/>
              <a:gd name="connsiteX15" fmla="*/ 2896956 w 13998176"/>
              <a:gd name="connsiteY15" fmla="*/ 2011680 h 5410200"/>
              <a:gd name="connsiteX16" fmla="*/ 3186516 w 13998176"/>
              <a:gd name="connsiteY16" fmla="*/ 2057400 h 5410200"/>
              <a:gd name="connsiteX17" fmla="*/ 3796116 w 13998176"/>
              <a:gd name="connsiteY17" fmla="*/ 2225040 h 5410200"/>
              <a:gd name="connsiteX18" fmla="*/ 3978996 w 13998176"/>
              <a:gd name="connsiteY18" fmla="*/ 2316480 h 5410200"/>
              <a:gd name="connsiteX19" fmla="*/ 4131396 w 13998176"/>
              <a:gd name="connsiteY19" fmla="*/ 2423160 h 5410200"/>
              <a:gd name="connsiteX20" fmla="*/ 4405716 w 13998176"/>
              <a:gd name="connsiteY20" fmla="*/ 2667000 h 5410200"/>
              <a:gd name="connsiteX21" fmla="*/ 4558116 w 13998176"/>
              <a:gd name="connsiteY21" fmla="*/ 2834640 h 5410200"/>
              <a:gd name="connsiteX22" fmla="*/ 4649556 w 13998176"/>
              <a:gd name="connsiteY22" fmla="*/ 3002280 h 5410200"/>
              <a:gd name="connsiteX23" fmla="*/ 4710516 w 13998176"/>
              <a:gd name="connsiteY23" fmla="*/ 3383280 h 5410200"/>
              <a:gd name="connsiteX24" fmla="*/ 4771476 w 13998176"/>
              <a:gd name="connsiteY24" fmla="*/ 4358640 h 5410200"/>
              <a:gd name="connsiteX25" fmla="*/ 4832436 w 13998176"/>
              <a:gd name="connsiteY25" fmla="*/ 4480560 h 5410200"/>
              <a:gd name="connsiteX26" fmla="*/ 5091516 w 13998176"/>
              <a:gd name="connsiteY26" fmla="*/ 4785360 h 5410200"/>
              <a:gd name="connsiteX27" fmla="*/ 5259156 w 13998176"/>
              <a:gd name="connsiteY27" fmla="*/ 4861560 h 5410200"/>
              <a:gd name="connsiteX28" fmla="*/ 5746836 w 13998176"/>
              <a:gd name="connsiteY28" fmla="*/ 4983480 h 5410200"/>
              <a:gd name="connsiteX29" fmla="*/ 7026996 w 13998176"/>
              <a:gd name="connsiteY29" fmla="*/ 4876800 h 5410200"/>
              <a:gd name="connsiteX30" fmla="*/ 7636596 w 13998176"/>
              <a:gd name="connsiteY30" fmla="*/ 4648200 h 5410200"/>
              <a:gd name="connsiteX31" fmla="*/ 8337636 w 13998176"/>
              <a:gd name="connsiteY31" fmla="*/ 4404360 h 5410200"/>
              <a:gd name="connsiteX32" fmla="*/ 8672916 w 13998176"/>
              <a:gd name="connsiteY32" fmla="*/ 4373880 h 5410200"/>
              <a:gd name="connsiteX33" fmla="*/ 9541596 w 13998176"/>
              <a:gd name="connsiteY33" fmla="*/ 4511040 h 5410200"/>
              <a:gd name="connsiteX34" fmla="*/ 9968316 w 13998176"/>
              <a:gd name="connsiteY34" fmla="*/ 4709160 h 5410200"/>
              <a:gd name="connsiteX35" fmla="*/ 10486476 w 13998176"/>
              <a:gd name="connsiteY35" fmla="*/ 5013960 h 5410200"/>
              <a:gd name="connsiteX36" fmla="*/ 10821756 w 13998176"/>
              <a:gd name="connsiteY36" fmla="*/ 5242560 h 5410200"/>
              <a:gd name="connsiteX37" fmla="*/ 10974156 w 13998176"/>
              <a:gd name="connsiteY37" fmla="*/ 5349240 h 5410200"/>
              <a:gd name="connsiteX38" fmla="*/ 11431356 w 13998176"/>
              <a:gd name="connsiteY38" fmla="*/ 5410200 h 5410200"/>
              <a:gd name="connsiteX39" fmla="*/ 11766636 w 13998176"/>
              <a:gd name="connsiteY39" fmla="*/ 5303520 h 5410200"/>
              <a:gd name="connsiteX40" fmla="*/ 11934276 w 13998176"/>
              <a:gd name="connsiteY40" fmla="*/ 5105400 h 5410200"/>
              <a:gd name="connsiteX41" fmla="*/ 12421956 w 13998176"/>
              <a:gd name="connsiteY41" fmla="*/ 4495800 h 5410200"/>
              <a:gd name="connsiteX42" fmla="*/ 12726756 w 13998176"/>
              <a:gd name="connsiteY42" fmla="*/ 4297680 h 5410200"/>
              <a:gd name="connsiteX43" fmla="*/ 12848676 w 13998176"/>
              <a:gd name="connsiteY43" fmla="*/ 4267200 h 5410200"/>
              <a:gd name="connsiteX44" fmla="*/ 13016316 w 13998176"/>
              <a:gd name="connsiteY44" fmla="*/ 4236720 h 5410200"/>
              <a:gd name="connsiteX45" fmla="*/ 13229676 w 13998176"/>
              <a:gd name="connsiteY45" fmla="*/ 4175760 h 5410200"/>
              <a:gd name="connsiteX46" fmla="*/ 13473516 w 13998176"/>
              <a:gd name="connsiteY46" fmla="*/ 4145280 h 5410200"/>
              <a:gd name="connsiteX47" fmla="*/ 13686876 w 13998176"/>
              <a:gd name="connsiteY47" fmla="*/ 4114800 h 5410200"/>
              <a:gd name="connsiteX48" fmla="*/ 13854516 w 13998176"/>
              <a:gd name="connsiteY48" fmla="*/ 4023360 h 5410200"/>
              <a:gd name="connsiteX49" fmla="*/ 13976436 w 13998176"/>
              <a:gd name="connsiteY49" fmla="*/ 3520440 h 5410200"/>
              <a:gd name="connsiteX50" fmla="*/ 13976436 w 13998176"/>
              <a:gd name="connsiteY50" fmla="*/ 2011680 h 5410200"/>
              <a:gd name="connsiteX51" fmla="*/ 13930716 w 13998176"/>
              <a:gd name="connsiteY51" fmla="*/ 1188720 h 5410200"/>
              <a:gd name="connsiteX52" fmla="*/ 13854516 w 13998176"/>
              <a:gd name="connsiteY52" fmla="*/ 838200 h 5410200"/>
              <a:gd name="connsiteX53" fmla="*/ 13625916 w 13998176"/>
              <a:gd name="connsiteY53" fmla="*/ 381000 h 5410200"/>
              <a:gd name="connsiteX54" fmla="*/ 13458276 w 13998176"/>
              <a:gd name="connsiteY54" fmla="*/ 289560 h 5410200"/>
              <a:gd name="connsiteX55" fmla="*/ 13138236 w 13998176"/>
              <a:gd name="connsiteY55" fmla="*/ 213360 h 5410200"/>
              <a:gd name="connsiteX56" fmla="*/ 11995236 w 13998176"/>
              <a:gd name="connsiteY56" fmla="*/ 91440 h 5410200"/>
              <a:gd name="connsiteX57" fmla="*/ 11080836 w 13998176"/>
              <a:gd name="connsiteY57" fmla="*/ 76200 h 5410200"/>
              <a:gd name="connsiteX58" fmla="*/ 8337636 w 13998176"/>
              <a:gd name="connsiteY58" fmla="*/ 30480 h 5410200"/>
              <a:gd name="connsiteX59" fmla="*/ 7225116 w 13998176"/>
              <a:gd name="connsiteY59" fmla="*/ 76200 h 5410200"/>
              <a:gd name="connsiteX60" fmla="*/ 4786716 w 13998176"/>
              <a:gd name="connsiteY60" fmla="*/ 30480 h 5410200"/>
              <a:gd name="connsiteX61" fmla="*/ 2927436 w 13998176"/>
              <a:gd name="connsiteY61" fmla="*/ 0 h 5410200"/>
              <a:gd name="connsiteX62" fmla="*/ 1769196 w 13998176"/>
              <a:gd name="connsiteY62" fmla="*/ 60960 h 5410200"/>
              <a:gd name="connsiteX63" fmla="*/ 900516 w 13998176"/>
              <a:gd name="connsiteY63" fmla="*/ 198120 h 5410200"/>
              <a:gd name="connsiteX64" fmla="*/ 626196 w 13998176"/>
              <a:gd name="connsiteY64" fmla="*/ 289560 h 5410200"/>
              <a:gd name="connsiteX65" fmla="*/ 397596 w 13998176"/>
              <a:gd name="connsiteY65" fmla="*/ 335280 h 5410200"/>
              <a:gd name="connsiteX66" fmla="*/ 47076 w 13998176"/>
              <a:gd name="connsiteY66" fmla="*/ 487680 h 5410200"/>
              <a:gd name="connsiteX67" fmla="*/ 1356 w 13998176"/>
              <a:gd name="connsiteY67" fmla="*/ 594360 h 5410200"/>
              <a:gd name="connsiteX68" fmla="*/ 108036 w 13998176"/>
              <a:gd name="connsiteY68" fmla="*/ 701040 h 5410200"/>
              <a:gd name="connsiteX69" fmla="*/ 108036 w 13998176"/>
              <a:gd name="connsiteY69" fmla="*/ 762000 h 5410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</a:cxnLst>
            <a:rect l="l" t="t" r="r" b="b"/>
            <a:pathLst>
              <a:path w="13998176" h="5410200">
                <a:moveTo>
                  <a:pt x="108036" y="762000"/>
                </a:moveTo>
                <a:cubicBezTo>
                  <a:pt x="130896" y="784860"/>
                  <a:pt x="100217" y="751212"/>
                  <a:pt x="245196" y="838200"/>
                </a:cubicBezTo>
                <a:cubicBezTo>
                  <a:pt x="369616" y="912852"/>
                  <a:pt x="308050" y="851527"/>
                  <a:pt x="428076" y="944880"/>
                </a:cubicBezTo>
                <a:cubicBezTo>
                  <a:pt x="539288" y="1031378"/>
                  <a:pt x="402418" y="954911"/>
                  <a:pt x="534756" y="1021080"/>
                </a:cubicBezTo>
                <a:cubicBezTo>
                  <a:pt x="544916" y="1041400"/>
                  <a:pt x="551605" y="1063865"/>
                  <a:pt x="565236" y="1082040"/>
                </a:cubicBezTo>
                <a:cubicBezTo>
                  <a:pt x="599059" y="1127137"/>
                  <a:pt x="643067" y="1155654"/>
                  <a:pt x="687156" y="1188720"/>
                </a:cubicBezTo>
                <a:cubicBezTo>
                  <a:pt x="721059" y="1245225"/>
                  <a:pt x="728597" y="1271752"/>
                  <a:pt x="778596" y="1310640"/>
                </a:cubicBezTo>
                <a:cubicBezTo>
                  <a:pt x="807512" y="1333130"/>
                  <a:pt x="870036" y="1371600"/>
                  <a:pt x="870036" y="1371600"/>
                </a:cubicBezTo>
                <a:cubicBezTo>
                  <a:pt x="972656" y="1542634"/>
                  <a:pt x="861478" y="1371300"/>
                  <a:pt x="961476" y="1493520"/>
                </a:cubicBezTo>
                <a:cubicBezTo>
                  <a:pt x="993644" y="1532837"/>
                  <a:pt x="1021531" y="1575495"/>
                  <a:pt x="1052916" y="1615440"/>
                </a:cubicBezTo>
                <a:cubicBezTo>
                  <a:pt x="1077429" y="1646638"/>
                  <a:pt x="1092278" y="1692145"/>
                  <a:pt x="1129116" y="1706880"/>
                </a:cubicBezTo>
                <a:cubicBezTo>
                  <a:pt x="1154516" y="1717040"/>
                  <a:pt x="1180477" y="1725896"/>
                  <a:pt x="1205316" y="1737360"/>
                </a:cubicBezTo>
                <a:cubicBezTo>
                  <a:pt x="1246571" y="1756401"/>
                  <a:pt x="1283240" y="1786966"/>
                  <a:pt x="1327236" y="1798320"/>
                </a:cubicBezTo>
                <a:cubicBezTo>
                  <a:pt x="1442068" y="1827954"/>
                  <a:pt x="1560541" y="1841247"/>
                  <a:pt x="1677756" y="1859280"/>
                </a:cubicBezTo>
                <a:cubicBezTo>
                  <a:pt x="1966392" y="1903686"/>
                  <a:pt x="1809162" y="1886054"/>
                  <a:pt x="2150196" y="1905000"/>
                </a:cubicBezTo>
                <a:lnTo>
                  <a:pt x="2896956" y="2011680"/>
                </a:lnTo>
                <a:cubicBezTo>
                  <a:pt x="2993476" y="2026920"/>
                  <a:pt x="3091440" y="2034840"/>
                  <a:pt x="3186516" y="2057400"/>
                </a:cubicBezTo>
                <a:cubicBezTo>
                  <a:pt x="3391566" y="2106056"/>
                  <a:pt x="3607621" y="2130793"/>
                  <a:pt x="3796116" y="2225040"/>
                </a:cubicBezTo>
                <a:cubicBezTo>
                  <a:pt x="3857076" y="2255520"/>
                  <a:pt x="3920319" y="2281807"/>
                  <a:pt x="3978996" y="2316480"/>
                </a:cubicBezTo>
                <a:cubicBezTo>
                  <a:pt x="4032381" y="2348026"/>
                  <a:pt x="4081475" y="2386376"/>
                  <a:pt x="4131396" y="2423160"/>
                </a:cubicBezTo>
                <a:cubicBezTo>
                  <a:pt x="4268605" y="2524261"/>
                  <a:pt x="4284519" y="2539425"/>
                  <a:pt x="4405716" y="2667000"/>
                </a:cubicBezTo>
                <a:cubicBezTo>
                  <a:pt x="4457730" y="2721752"/>
                  <a:pt x="4513697" y="2773565"/>
                  <a:pt x="4558116" y="2834640"/>
                </a:cubicBezTo>
                <a:cubicBezTo>
                  <a:pt x="4595554" y="2886118"/>
                  <a:pt x="4619076" y="2946400"/>
                  <a:pt x="4649556" y="3002280"/>
                </a:cubicBezTo>
                <a:cubicBezTo>
                  <a:pt x="4685278" y="3163027"/>
                  <a:pt x="4696137" y="3191563"/>
                  <a:pt x="4710516" y="3383280"/>
                </a:cubicBezTo>
                <a:cubicBezTo>
                  <a:pt x="4734879" y="3708122"/>
                  <a:pt x="4735502" y="4034878"/>
                  <a:pt x="4771476" y="4358640"/>
                </a:cubicBezTo>
                <a:cubicBezTo>
                  <a:pt x="4776494" y="4403799"/>
                  <a:pt x="4810370" y="4440841"/>
                  <a:pt x="4832436" y="4480560"/>
                </a:cubicBezTo>
                <a:cubicBezTo>
                  <a:pt x="4913475" y="4626431"/>
                  <a:pt x="4942828" y="4683982"/>
                  <a:pt x="5091516" y="4785360"/>
                </a:cubicBezTo>
                <a:cubicBezTo>
                  <a:pt x="5142231" y="4819939"/>
                  <a:pt x="5201865" y="4839525"/>
                  <a:pt x="5259156" y="4861560"/>
                </a:cubicBezTo>
                <a:cubicBezTo>
                  <a:pt x="5494131" y="4951935"/>
                  <a:pt x="5492526" y="4938602"/>
                  <a:pt x="5746836" y="4983480"/>
                </a:cubicBezTo>
                <a:cubicBezTo>
                  <a:pt x="6371609" y="4962996"/>
                  <a:pt x="6537164" y="5013497"/>
                  <a:pt x="7026996" y="4876800"/>
                </a:cubicBezTo>
                <a:cubicBezTo>
                  <a:pt x="7264003" y="4810658"/>
                  <a:pt x="7405762" y="4732140"/>
                  <a:pt x="7636596" y="4648200"/>
                </a:cubicBezTo>
                <a:cubicBezTo>
                  <a:pt x="7869112" y="4563649"/>
                  <a:pt x="8091240" y="4426760"/>
                  <a:pt x="8337636" y="4404360"/>
                </a:cubicBezTo>
                <a:lnTo>
                  <a:pt x="8672916" y="4373880"/>
                </a:lnTo>
                <a:cubicBezTo>
                  <a:pt x="9026525" y="4400073"/>
                  <a:pt x="9193884" y="4391139"/>
                  <a:pt x="9541596" y="4511040"/>
                </a:cubicBezTo>
                <a:cubicBezTo>
                  <a:pt x="9689852" y="4562163"/>
                  <a:pt x="9829881" y="4635477"/>
                  <a:pt x="9968316" y="4709160"/>
                </a:cubicBezTo>
                <a:cubicBezTo>
                  <a:pt x="10145207" y="4803311"/>
                  <a:pt x="10332535" y="4885676"/>
                  <a:pt x="10486476" y="5013960"/>
                </a:cubicBezTo>
                <a:cubicBezTo>
                  <a:pt x="10846739" y="5314179"/>
                  <a:pt x="10502649" y="5051096"/>
                  <a:pt x="10821756" y="5242560"/>
                </a:cubicBezTo>
                <a:cubicBezTo>
                  <a:pt x="10874929" y="5274464"/>
                  <a:pt x="10916582" y="5326210"/>
                  <a:pt x="10974156" y="5349240"/>
                </a:cubicBezTo>
                <a:cubicBezTo>
                  <a:pt x="11095550" y="5397798"/>
                  <a:pt x="11304171" y="5401721"/>
                  <a:pt x="11431356" y="5410200"/>
                </a:cubicBezTo>
                <a:cubicBezTo>
                  <a:pt x="11543116" y="5374640"/>
                  <a:pt x="11666338" y="5364307"/>
                  <a:pt x="11766636" y="5303520"/>
                </a:cubicBezTo>
                <a:cubicBezTo>
                  <a:pt x="11840619" y="5258682"/>
                  <a:pt x="11882370" y="5174607"/>
                  <a:pt x="11934276" y="5105400"/>
                </a:cubicBezTo>
                <a:cubicBezTo>
                  <a:pt x="12124170" y="4852208"/>
                  <a:pt x="12191475" y="4664819"/>
                  <a:pt x="12421956" y="4495800"/>
                </a:cubicBezTo>
                <a:cubicBezTo>
                  <a:pt x="12519674" y="4424140"/>
                  <a:pt x="12609197" y="4327070"/>
                  <a:pt x="12726756" y="4297680"/>
                </a:cubicBezTo>
                <a:cubicBezTo>
                  <a:pt x="12767396" y="4287520"/>
                  <a:pt x="12807684" y="4275830"/>
                  <a:pt x="12848676" y="4267200"/>
                </a:cubicBezTo>
                <a:cubicBezTo>
                  <a:pt x="12904254" y="4255499"/>
                  <a:pt x="12961088" y="4249975"/>
                  <a:pt x="13016316" y="4236720"/>
                </a:cubicBezTo>
                <a:cubicBezTo>
                  <a:pt x="13088240" y="4219458"/>
                  <a:pt x="13157146" y="4190266"/>
                  <a:pt x="13229676" y="4175760"/>
                </a:cubicBezTo>
                <a:cubicBezTo>
                  <a:pt x="13309998" y="4159696"/>
                  <a:pt x="13392322" y="4156106"/>
                  <a:pt x="13473516" y="4145280"/>
                </a:cubicBezTo>
                <a:lnTo>
                  <a:pt x="13686876" y="4114800"/>
                </a:lnTo>
                <a:cubicBezTo>
                  <a:pt x="13742756" y="4084320"/>
                  <a:pt x="13809507" y="4068369"/>
                  <a:pt x="13854516" y="4023360"/>
                </a:cubicBezTo>
                <a:cubicBezTo>
                  <a:pt x="13987595" y="3890281"/>
                  <a:pt x="13961523" y="3684488"/>
                  <a:pt x="13976436" y="3520440"/>
                </a:cubicBezTo>
                <a:cubicBezTo>
                  <a:pt x="14004464" y="2875786"/>
                  <a:pt x="14006366" y="2984390"/>
                  <a:pt x="13976436" y="2011680"/>
                </a:cubicBezTo>
                <a:cubicBezTo>
                  <a:pt x="13967986" y="1737067"/>
                  <a:pt x="13959108" y="1461992"/>
                  <a:pt x="13930716" y="1188720"/>
                </a:cubicBezTo>
                <a:cubicBezTo>
                  <a:pt x="13918360" y="1069791"/>
                  <a:pt x="13885500" y="953685"/>
                  <a:pt x="13854516" y="838200"/>
                </a:cubicBezTo>
                <a:cubicBezTo>
                  <a:pt x="13806503" y="659242"/>
                  <a:pt x="13767526" y="508449"/>
                  <a:pt x="13625916" y="381000"/>
                </a:cubicBezTo>
                <a:cubicBezTo>
                  <a:pt x="13578604" y="338419"/>
                  <a:pt x="13516782" y="314634"/>
                  <a:pt x="13458276" y="289560"/>
                </a:cubicBezTo>
                <a:cubicBezTo>
                  <a:pt x="13367848" y="250805"/>
                  <a:pt x="13233435" y="228391"/>
                  <a:pt x="13138236" y="213360"/>
                </a:cubicBezTo>
                <a:cubicBezTo>
                  <a:pt x="12705350" y="145010"/>
                  <a:pt x="12475579" y="113678"/>
                  <a:pt x="11995236" y="91440"/>
                </a:cubicBezTo>
                <a:cubicBezTo>
                  <a:pt x="11690720" y="77342"/>
                  <a:pt x="11385609" y="82685"/>
                  <a:pt x="11080836" y="76200"/>
                </a:cubicBezTo>
                <a:cubicBezTo>
                  <a:pt x="8812783" y="27944"/>
                  <a:pt x="10906597" y="56429"/>
                  <a:pt x="8337636" y="30480"/>
                </a:cubicBezTo>
                <a:cubicBezTo>
                  <a:pt x="7966796" y="45720"/>
                  <a:pt x="7596242" y="71729"/>
                  <a:pt x="7225116" y="76200"/>
                </a:cubicBezTo>
                <a:lnTo>
                  <a:pt x="4786716" y="30480"/>
                </a:lnTo>
                <a:lnTo>
                  <a:pt x="2927436" y="0"/>
                </a:lnTo>
                <a:cubicBezTo>
                  <a:pt x="2509913" y="10706"/>
                  <a:pt x="2182974" y="8137"/>
                  <a:pt x="1769196" y="60960"/>
                </a:cubicBezTo>
                <a:cubicBezTo>
                  <a:pt x="1478409" y="98082"/>
                  <a:pt x="900516" y="198120"/>
                  <a:pt x="900516" y="198120"/>
                </a:cubicBezTo>
                <a:cubicBezTo>
                  <a:pt x="809076" y="228600"/>
                  <a:pt x="719186" y="264199"/>
                  <a:pt x="626196" y="289560"/>
                </a:cubicBezTo>
                <a:cubicBezTo>
                  <a:pt x="551225" y="310007"/>
                  <a:pt x="471965" y="312744"/>
                  <a:pt x="397596" y="335280"/>
                </a:cubicBezTo>
                <a:cubicBezTo>
                  <a:pt x="182961" y="400321"/>
                  <a:pt x="181051" y="407295"/>
                  <a:pt x="47076" y="487680"/>
                </a:cubicBezTo>
                <a:cubicBezTo>
                  <a:pt x="30013" y="513275"/>
                  <a:pt x="-7591" y="558574"/>
                  <a:pt x="1356" y="594360"/>
                </a:cubicBezTo>
                <a:cubicBezTo>
                  <a:pt x="16895" y="656515"/>
                  <a:pt x="72177" y="659205"/>
                  <a:pt x="108036" y="701040"/>
                </a:cubicBezTo>
                <a:cubicBezTo>
                  <a:pt x="122821" y="718289"/>
                  <a:pt x="85176" y="739140"/>
                  <a:pt x="108036" y="762000"/>
                </a:cubicBezTo>
                <a:close/>
              </a:path>
            </a:pathLst>
          </a:custGeom>
          <a:gradFill flip="none" rotWithShape="1">
            <a:gsLst>
              <a:gs pos="0">
                <a:schemeClr val="accent1">
                  <a:lumMod val="60000"/>
                  <a:lumOff val="40000"/>
                </a:schemeClr>
              </a:gs>
              <a:gs pos="50000">
                <a:schemeClr val="accent1">
                  <a:lumMod val="20000"/>
                  <a:lumOff val="80000"/>
                  <a:alpha val="42000"/>
                </a:schemeClr>
              </a:gs>
              <a:gs pos="100000">
                <a:schemeClr val="accent1">
                  <a:lumMod val="20000"/>
                  <a:lumOff val="80000"/>
                </a:scheme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1027" name="Picture 3" descr="Изображение пина-истории">
            <a:extLst>
              <a:ext uri="{FF2B5EF4-FFF2-40B4-BE49-F238E27FC236}">
                <a16:creationId xmlns:a16="http://schemas.microsoft.com/office/drawing/2014/main" id="{D976E1D6-AA55-41F4-A6E3-6C559A26EA6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alphaModFix amt="9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9901" b="89975" l="9918" r="98234">
                        <a14:foregroundMark x1="28940" y1="31683" x2="28940" y2="31683"/>
                        <a14:foregroundMark x1="40353" y1="41584" x2="40353" y2="41584"/>
                        <a14:foregroundMark x1="38995" y1="44678" x2="38995" y2="44678"/>
                        <a14:foregroundMark x1="33424" y1="41832" x2="33424" y2="41832"/>
                        <a14:foregroundMark x1="31522" y1="42946" x2="31522" y2="42946"/>
                        <a14:foregroundMark x1="30978" y1="46411" x2="34103" y2="45545"/>
                        <a14:foregroundMark x1="28397" y1="42574" x2="33560" y2="43069"/>
                        <a14:foregroundMark x1="62636" y1="40347" x2="68071" y2="40347"/>
                        <a14:foregroundMark x1="64266" y1="42698" x2="69701" y2="42946"/>
                        <a14:foregroundMark x1="54755" y1="40842" x2="54755" y2="40842"/>
                        <a14:foregroundMark x1="39810" y1="48391" x2="39946" y2="52847"/>
                        <a14:foregroundMark x1="53804" y1="50495" x2="54891" y2="54455"/>
                        <a14:foregroundMark x1="88179" y1="76856" x2="88587" y2="78218"/>
                        <a14:foregroundMark x1="95380" y1="77723" x2="98234" y2="76114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22006" y="-222107"/>
            <a:ext cx="3526154" cy="38711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3475333-199F-451B-8C95-5993461D0B23}"/>
              </a:ext>
            </a:extLst>
          </p:cNvPr>
          <p:cNvSpPr txBox="1"/>
          <p:nvPr/>
        </p:nvSpPr>
        <p:spPr>
          <a:xfrm>
            <a:off x="676316" y="435325"/>
            <a:ext cx="10459386" cy="58169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4400" b="1" dirty="0">
                <a:latin typeface="Arial Black" panose="020B0A04020102020204" pitchFamily="34" charset="0"/>
              </a:rPr>
              <a:t>Команда </a:t>
            </a:r>
          </a:p>
          <a:p>
            <a:endParaRPr lang="ru-RU" sz="2800" dirty="0">
              <a:latin typeface="Bahnschrift Light" panose="020B0502040204020203" pitchFamily="34" charset="0"/>
            </a:endParaRPr>
          </a:p>
          <a:p>
            <a:r>
              <a:rPr lang="ru-RU" sz="2800" dirty="0">
                <a:latin typeface="Bahnschrift Light" panose="020B0502040204020203" pitchFamily="34" charset="0"/>
              </a:rPr>
              <a:t>Основная разработка:</a:t>
            </a:r>
          </a:p>
          <a:p>
            <a:r>
              <a:rPr lang="ru-RU" sz="2800" dirty="0">
                <a:latin typeface="Bahnschrift Light" panose="020B0502040204020203" pitchFamily="34" charset="0"/>
              </a:rPr>
              <a:t>- Варя - бэкенд, карты, </a:t>
            </a:r>
            <a:r>
              <a:rPr lang="ru-RU" sz="2800" dirty="0" err="1">
                <a:latin typeface="Bahnschrift Light" panose="020B0502040204020203" pitchFamily="34" charset="0"/>
              </a:rPr>
              <a:t>фронтенд</a:t>
            </a:r>
            <a:r>
              <a:rPr lang="ru-RU" sz="2800" dirty="0">
                <a:latin typeface="Bahnschrift Light" panose="020B0502040204020203" pitchFamily="34" charset="0"/>
              </a:rPr>
              <a:t>, архитектура</a:t>
            </a:r>
          </a:p>
          <a:p>
            <a:r>
              <a:rPr lang="ru-RU" sz="2800" dirty="0">
                <a:latin typeface="Bahnschrift Light" panose="020B0502040204020203" pitchFamily="34" charset="0"/>
              </a:rPr>
              <a:t>- Марк - </a:t>
            </a:r>
            <a:r>
              <a:rPr lang="ru-RU" sz="2800" dirty="0" err="1">
                <a:latin typeface="Bahnschrift Light" panose="020B0502040204020203" pitchFamily="34" charset="0"/>
              </a:rPr>
              <a:t>фронтенд</a:t>
            </a:r>
            <a:r>
              <a:rPr lang="ru-RU" sz="2800" dirty="0">
                <a:latin typeface="Bahnschrift Light" panose="020B0502040204020203" pitchFamily="34" charset="0"/>
              </a:rPr>
              <a:t>, интерфейсы, компоненты</a:t>
            </a:r>
          </a:p>
          <a:p>
            <a:endParaRPr lang="ru-RU" sz="2800" dirty="0">
              <a:latin typeface="Bahnschrift Light" panose="020B0502040204020203" pitchFamily="34" charset="0"/>
            </a:endParaRPr>
          </a:p>
          <a:p>
            <a:r>
              <a:rPr lang="ru-RU" sz="2800" dirty="0">
                <a:latin typeface="Bahnschrift Light" panose="020B0502040204020203" pitchFamily="34" charset="0"/>
              </a:rPr>
              <a:t>Поддержка:</a:t>
            </a:r>
          </a:p>
          <a:p>
            <a:r>
              <a:rPr lang="ru-RU" sz="2800" dirty="0">
                <a:latin typeface="Bahnschrift Light" panose="020B0502040204020203" pitchFamily="34" charset="0"/>
              </a:rPr>
              <a:t>- Ира - дизайн меток для карты, шаблон презентации</a:t>
            </a:r>
          </a:p>
          <a:p>
            <a:endParaRPr lang="ru-RU" sz="2800" dirty="0">
              <a:latin typeface="Bahnschrift Light" panose="020B0502040204020203" pitchFamily="34" charset="0"/>
            </a:endParaRPr>
          </a:p>
          <a:p>
            <a:r>
              <a:rPr lang="ru-RU" sz="2800" dirty="0">
                <a:latin typeface="Bahnschrift Light" panose="020B0502040204020203" pitchFamily="34" charset="0"/>
              </a:rPr>
              <a:t>Благодарности:</a:t>
            </a:r>
          </a:p>
          <a:p>
            <a:r>
              <a:rPr lang="ru-RU" sz="2800" dirty="0">
                <a:latin typeface="Bahnschrift Light" panose="020B0502040204020203" pitchFamily="34" charset="0"/>
              </a:rPr>
              <a:t>- Даня - консультация по API карт</a:t>
            </a:r>
          </a:p>
          <a:p>
            <a:endParaRPr lang="ru-RU" sz="2800" dirty="0">
              <a:latin typeface="Bahnschrift Light" panose="020B0502040204020203" pitchFamily="34" charset="0"/>
            </a:endParaRPr>
          </a:p>
          <a:p>
            <a:r>
              <a:rPr lang="ru-RU" sz="2000" i="1" dirty="0">
                <a:latin typeface="Bahnschrift Light" panose="020B0502040204020203" pitchFamily="34" charset="0"/>
              </a:rPr>
              <a:t>Проект реализован силами двух основных разработчиков за 48 часов</a:t>
            </a:r>
          </a:p>
        </p:txBody>
      </p:sp>
    </p:spTree>
    <p:extLst>
      <p:ext uri="{BB962C8B-B14F-4D97-AF65-F5344CB8AC3E}">
        <p14:creationId xmlns:p14="http://schemas.microsoft.com/office/powerpoint/2010/main" val="322046826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61</TotalTime>
  <Words>156</Words>
  <Application>Microsoft Office PowerPoint</Application>
  <PresentationFormat>Широкоэкранный</PresentationFormat>
  <Paragraphs>34</Paragraphs>
  <Slides>5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5</vt:i4>
      </vt:variant>
    </vt:vector>
  </HeadingPairs>
  <TitlesOfParts>
    <vt:vector size="11" baseType="lpstr">
      <vt:lpstr>Arial</vt:lpstr>
      <vt:lpstr>Arial Black</vt:lpstr>
      <vt:lpstr>Bahnschrift Light</vt:lpstr>
      <vt:lpstr>Calibri</vt:lpstr>
      <vt:lpstr>Calibri Light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Варвара Козлова</dc:creator>
  <cp:lastModifiedBy>Варвара Козлова</cp:lastModifiedBy>
  <cp:revision>6</cp:revision>
  <dcterms:created xsi:type="dcterms:W3CDTF">2025-11-16T14:59:49Z</dcterms:created>
  <dcterms:modified xsi:type="dcterms:W3CDTF">2025-11-16T16:01:47Z</dcterms:modified>
</cp:coreProperties>
</file>